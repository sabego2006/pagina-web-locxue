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Intro" panose="02000000000000000000" charset="0"/>
      <p:regular r:id="rId14"/>
    </p:embeddedFont>
    <p:embeddedFont>
      <p:font typeface="Prachason Neue" panose="020B0604020202020204" charset="-34"/>
      <p:regular r:id="rId15"/>
    </p:embeddedFont>
    <p:embeddedFont>
      <p:font typeface="Prachason Neue Bold" panose="020B0604020202020204" charset="-3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1128"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5308239" y="-560091"/>
            <a:ext cx="1434670" cy="2554851"/>
            <a:chOff x="0" y="0"/>
            <a:chExt cx="1912894" cy="3406468"/>
          </a:xfrm>
        </p:grpSpPr>
        <p:grpSp>
          <p:nvGrpSpPr>
            <p:cNvPr id="3" name="Group 3"/>
            <p:cNvGrpSpPr/>
            <p:nvPr/>
          </p:nvGrpSpPr>
          <p:grpSpPr>
            <a:xfrm>
              <a:off x="376503" y="1740952"/>
              <a:ext cx="307849" cy="307830"/>
              <a:chOff x="0" y="0"/>
              <a:chExt cx="1033370" cy="1033387"/>
            </a:xfrm>
          </p:grpSpPr>
          <p:sp>
            <p:nvSpPr>
              <p:cNvPr id="4" name="Freeform 4"/>
              <p:cNvSpPr/>
              <p:nvPr/>
            </p:nvSpPr>
            <p:spPr>
              <a:xfrm>
                <a:off x="0" y="0"/>
                <a:ext cx="1033370" cy="1033387"/>
              </a:xfrm>
              <a:custGeom>
                <a:avLst/>
                <a:gdLst/>
                <a:ahLst/>
                <a:cxnLst/>
                <a:rect l="l" t="t" r="r" b="b"/>
                <a:pathLst>
                  <a:path w="1033370" h="1033387">
                    <a:moveTo>
                      <a:pt x="1033370" y="119312"/>
                    </a:moveTo>
                    <a:lnTo>
                      <a:pt x="1033370" y="914075"/>
                    </a:lnTo>
                    <a:cubicBezTo>
                      <a:pt x="1033370" y="945719"/>
                      <a:pt x="1020799" y="976066"/>
                      <a:pt x="998424" y="998442"/>
                    </a:cubicBezTo>
                    <a:cubicBezTo>
                      <a:pt x="976049" y="1020817"/>
                      <a:pt x="945701" y="1033387"/>
                      <a:pt x="914058" y="1033387"/>
                    </a:cubicBezTo>
                    <a:lnTo>
                      <a:pt x="119312" y="1033387"/>
                    </a:lnTo>
                    <a:cubicBezTo>
                      <a:pt x="87668" y="1033387"/>
                      <a:pt x="57321" y="1020817"/>
                      <a:pt x="34946" y="998442"/>
                    </a:cubicBezTo>
                    <a:cubicBezTo>
                      <a:pt x="12570" y="976066"/>
                      <a:pt x="0" y="945719"/>
                      <a:pt x="0" y="914075"/>
                    </a:cubicBezTo>
                    <a:lnTo>
                      <a:pt x="0" y="119312"/>
                    </a:lnTo>
                    <a:cubicBezTo>
                      <a:pt x="0" y="87668"/>
                      <a:pt x="12570" y="57321"/>
                      <a:pt x="34946" y="34946"/>
                    </a:cubicBezTo>
                    <a:cubicBezTo>
                      <a:pt x="57321" y="12570"/>
                      <a:pt x="87668" y="0"/>
                      <a:pt x="119312" y="0"/>
                    </a:cubicBezTo>
                    <a:lnTo>
                      <a:pt x="914058" y="0"/>
                    </a:lnTo>
                    <a:cubicBezTo>
                      <a:pt x="945701" y="0"/>
                      <a:pt x="976049" y="12570"/>
                      <a:pt x="998424" y="34946"/>
                    </a:cubicBezTo>
                    <a:cubicBezTo>
                      <a:pt x="1020799" y="57321"/>
                      <a:pt x="1033370" y="87668"/>
                      <a:pt x="1033370" y="119312"/>
                    </a:cubicBezTo>
                    <a:close/>
                  </a:path>
                </a:pathLst>
              </a:custGeom>
              <a:solidFill>
                <a:srgbClr val="6E2EAC">
                  <a:alpha val="21961"/>
                </a:srgbClr>
              </a:solidFill>
            </p:spPr>
            <p:txBody>
              <a:bodyPr/>
              <a:lstStyle/>
              <a:p>
                <a:endParaRPr lang="es-CO"/>
              </a:p>
            </p:txBody>
          </p:sp>
          <p:sp>
            <p:nvSpPr>
              <p:cNvPr id="5" name="TextBox 5"/>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6" name="Group 6"/>
            <p:cNvGrpSpPr/>
            <p:nvPr/>
          </p:nvGrpSpPr>
          <p:grpSpPr>
            <a:xfrm>
              <a:off x="789627" y="2136554"/>
              <a:ext cx="307849" cy="307830"/>
              <a:chOff x="0" y="0"/>
              <a:chExt cx="1033370" cy="1033387"/>
            </a:xfrm>
          </p:grpSpPr>
          <p:sp>
            <p:nvSpPr>
              <p:cNvPr id="7" name="Freeform 7"/>
              <p:cNvSpPr/>
              <p:nvPr/>
            </p:nvSpPr>
            <p:spPr>
              <a:xfrm>
                <a:off x="0" y="0"/>
                <a:ext cx="1033370" cy="1033387"/>
              </a:xfrm>
              <a:custGeom>
                <a:avLst/>
                <a:gdLst/>
                <a:ahLst/>
                <a:cxnLst/>
                <a:rect l="l" t="t" r="r" b="b"/>
                <a:pathLst>
                  <a:path w="1033370" h="1033387">
                    <a:moveTo>
                      <a:pt x="1033370" y="119312"/>
                    </a:moveTo>
                    <a:lnTo>
                      <a:pt x="1033370" y="914075"/>
                    </a:lnTo>
                    <a:cubicBezTo>
                      <a:pt x="1033370" y="945719"/>
                      <a:pt x="1020799" y="976066"/>
                      <a:pt x="998424" y="998442"/>
                    </a:cubicBezTo>
                    <a:cubicBezTo>
                      <a:pt x="976049" y="1020817"/>
                      <a:pt x="945701" y="1033387"/>
                      <a:pt x="914058" y="1033387"/>
                    </a:cubicBezTo>
                    <a:lnTo>
                      <a:pt x="119312" y="1033387"/>
                    </a:lnTo>
                    <a:cubicBezTo>
                      <a:pt x="87668" y="1033387"/>
                      <a:pt x="57321" y="1020817"/>
                      <a:pt x="34946" y="998442"/>
                    </a:cubicBezTo>
                    <a:cubicBezTo>
                      <a:pt x="12570" y="976066"/>
                      <a:pt x="0" y="945719"/>
                      <a:pt x="0" y="914075"/>
                    </a:cubicBezTo>
                    <a:lnTo>
                      <a:pt x="0" y="119312"/>
                    </a:lnTo>
                    <a:cubicBezTo>
                      <a:pt x="0" y="87668"/>
                      <a:pt x="12570" y="57321"/>
                      <a:pt x="34946" y="34946"/>
                    </a:cubicBezTo>
                    <a:cubicBezTo>
                      <a:pt x="57321" y="12570"/>
                      <a:pt x="87668" y="0"/>
                      <a:pt x="119312" y="0"/>
                    </a:cubicBezTo>
                    <a:lnTo>
                      <a:pt x="914058" y="0"/>
                    </a:lnTo>
                    <a:cubicBezTo>
                      <a:pt x="945701" y="0"/>
                      <a:pt x="976049" y="12570"/>
                      <a:pt x="998424" y="34946"/>
                    </a:cubicBezTo>
                    <a:cubicBezTo>
                      <a:pt x="1020799" y="57321"/>
                      <a:pt x="1033370" y="87668"/>
                      <a:pt x="1033370" y="119312"/>
                    </a:cubicBezTo>
                    <a:close/>
                  </a:path>
                </a:pathLst>
              </a:custGeom>
              <a:solidFill>
                <a:srgbClr val="612C9E">
                  <a:alpha val="21961"/>
                </a:srgbClr>
              </a:solidFill>
            </p:spPr>
            <p:txBody>
              <a:bodyPr/>
              <a:lstStyle/>
              <a:p>
                <a:endParaRPr lang="es-CO"/>
              </a:p>
            </p:txBody>
          </p:sp>
          <p:sp>
            <p:nvSpPr>
              <p:cNvPr id="8" name="TextBox 8"/>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9" name="Group 9"/>
            <p:cNvGrpSpPr/>
            <p:nvPr/>
          </p:nvGrpSpPr>
          <p:grpSpPr>
            <a:xfrm>
              <a:off x="428293" y="2146596"/>
              <a:ext cx="251038" cy="253125"/>
              <a:chOff x="0" y="0"/>
              <a:chExt cx="842671" cy="849742"/>
            </a:xfrm>
          </p:grpSpPr>
          <p:sp>
            <p:nvSpPr>
              <p:cNvPr id="10" name="Freeform 10"/>
              <p:cNvSpPr/>
              <p:nvPr/>
            </p:nvSpPr>
            <p:spPr>
              <a:xfrm>
                <a:off x="0" y="0"/>
                <a:ext cx="842671" cy="849742"/>
              </a:xfrm>
              <a:custGeom>
                <a:avLst/>
                <a:gdLst/>
                <a:ahLst/>
                <a:cxnLst/>
                <a:rect l="l" t="t" r="r" b="b"/>
                <a:pathLst>
                  <a:path w="842671" h="849742">
                    <a:moveTo>
                      <a:pt x="842671" y="146313"/>
                    </a:moveTo>
                    <a:lnTo>
                      <a:pt x="842671" y="703429"/>
                    </a:lnTo>
                    <a:cubicBezTo>
                      <a:pt x="842671" y="742234"/>
                      <a:pt x="827256" y="779449"/>
                      <a:pt x="799817" y="806888"/>
                    </a:cubicBezTo>
                    <a:cubicBezTo>
                      <a:pt x="772378" y="834327"/>
                      <a:pt x="735163" y="849742"/>
                      <a:pt x="696359" y="849742"/>
                    </a:cubicBezTo>
                    <a:lnTo>
                      <a:pt x="146313" y="849742"/>
                    </a:lnTo>
                    <a:cubicBezTo>
                      <a:pt x="65506" y="849742"/>
                      <a:pt x="0" y="784235"/>
                      <a:pt x="0" y="703429"/>
                    </a:cubicBezTo>
                    <a:lnTo>
                      <a:pt x="0" y="146313"/>
                    </a:lnTo>
                    <a:cubicBezTo>
                      <a:pt x="0" y="65506"/>
                      <a:pt x="65506" y="0"/>
                      <a:pt x="146313" y="0"/>
                    </a:cubicBezTo>
                    <a:lnTo>
                      <a:pt x="696359" y="0"/>
                    </a:lnTo>
                    <a:cubicBezTo>
                      <a:pt x="777165" y="0"/>
                      <a:pt x="842671" y="65506"/>
                      <a:pt x="842671" y="146313"/>
                    </a:cubicBezTo>
                    <a:close/>
                  </a:path>
                </a:pathLst>
              </a:custGeom>
              <a:solidFill>
                <a:srgbClr val="06194C">
                  <a:alpha val="21961"/>
                </a:srgbClr>
              </a:solidFill>
            </p:spPr>
            <p:txBody>
              <a:bodyPr/>
              <a:lstStyle/>
              <a:p>
                <a:endParaRPr lang="es-CO"/>
              </a:p>
            </p:txBody>
          </p:sp>
          <p:sp>
            <p:nvSpPr>
              <p:cNvPr id="11" name="TextBox 11"/>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12" name="Group 12"/>
            <p:cNvGrpSpPr/>
            <p:nvPr/>
          </p:nvGrpSpPr>
          <p:grpSpPr>
            <a:xfrm>
              <a:off x="799669" y="1778347"/>
              <a:ext cx="251038" cy="253125"/>
              <a:chOff x="0" y="0"/>
              <a:chExt cx="842671" cy="849742"/>
            </a:xfrm>
          </p:grpSpPr>
          <p:sp>
            <p:nvSpPr>
              <p:cNvPr id="13" name="Freeform 13"/>
              <p:cNvSpPr/>
              <p:nvPr/>
            </p:nvSpPr>
            <p:spPr>
              <a:xfrm>
                <a:off x="0" y="0"/>
                <a:ext cx="842671" cy="849742"/>
              </a:xfrm>
              <a:custGeom>
                <a:avLst/>
                <a:gdLst/>
                <a:ahLst/>
                <a:cxnLst/>
                <a:rect l="l" t="t" r="r" b="b"/>
                <a:pathLst>
                  <a:path w="842671" h="849742">
                    <a:moveTo>
                      <a:pt x="842671" y="146313"/>
                    </a:moveTo>
                    <a:lnTo>
                      <a:pt x="842671" y="703429"/>
                    </a:lnTo>
                    <a:cubicBezTo>
                      <a:pt x="842671" y="742234"/>
                      <a:pt x="827256" y="779449"/>
                      <a:pt x="799817" y="806888"/>
                    </a:cubicBezTo>
                    <a:cubicBezTo>
                      <a:pt x="772378" y="834327"/>
                      <a:pt x="735163" y="849742"/>
                      <a:pt x="696359" y="849742"/>
                    </a:cubicBezTo>
                    <a:lnTo>
                      <a:pt x="146313" y="849742"/>
                    </a:lnTo>
                    <a:cubicBezTo>
                      <a:pt x="65506" y="849742"/>
                      <a:pt x="0" y="784235"/>
                      <a:pt x="0" y="703429"/>
                    </a:cubicBezTo>
                    <a:lnTo>
                      <a:pt x="0" y="146313"/>
                    </a:lnTo>
                    <a:cubicBezTo>
                      <a:pt x="0" y="65506"/>
                      <a:pt x="65506" y="0"/>
                      <a:pt x="146313" y="0"/>
                    </a:cubicBezTo>
                    <a:lnTo>
                      <a:pt x="696359" y="0"/>
                    </a:lnTo>
                    <a:cubicBezTo>
                      <a:pt x="777165" y="0"/>
                      <a:pt x="842671" y="65506"/>
                      <a:pt x="842671" y="146313"/>
                    </a:cubicBezTo>
                    <a:close/>
                  </a:path>
                </a:pathLst>
              </a:custGeom>
              <a:solidFill>
                <a:srgbClr val="612C9E">
                  <a:alpha val="21961"/>
                </a:srgbClr>
              </a:solidFill>
            </p:spPr>
            <p:txBody>
              <a:bodyPr/>
              <a:lstStyle/>
              <a:p>
                <a:endParaRPr lang="es-CO"/>
              </a:p>
            </p:txBody>
          </p:sp>
          <p:sp>
            <p:nvSpPr>
              <p:cNvPr id="14" name="TextBox 14"/>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15" name="Group 15"/>
            <p:cNvGrpSpPr/>
            <p:nvPr/>
          </p:nvGrpSpPr>
          <p:grpSpPr>
            <a:xfrm>
              <a:off x="455204" y="2570473"/>
              <a:ext cx="197216" cy="198855"/>
              <a:chOff x="0" y="0"/>
              <a:chExt cx="842671" cy="849742"/>
            </a:xfrm>
          </p:grpSpPr>
          <p:sp>
            <p:nvSpPr>
              <p:cNvPr id="16" name="Freeform 16"/>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612C9E">
                  <a:alpha val="21961"/>
                </a:srgbClr>
              </a:solidFill>
            </p:spPr>
            <p:txBody>
              <a:bodyPr/>
              <a:lstStyle/>
              <a:p>
                <a:endParaRPr lang="es-CO"/>
              </a:p>
            </p:txBody>
          </p:sp>
          <p:sp>
            <p:nvSpPr>
              <p:cNvPr id="17" name="TextBox 17"/>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18" name="Group 18"/>
            <p:cNvGrpSpPr/>
            <p:nvPr/>
          </p:nvGrpSpPr>
          <p:grpSpPr>
            <a:xfrm>
              <a:off x="530428" y="3019631"/>
              <a:ext cx="95869" cy="96666"/>
              <a:chOff x="0" y="0"/>
              <a:chExt cx="842671" cy="849742"/>
            </a:xfrm>
          </p:grpSpPr>
          <p:sp>
            <p:nvSpPr>
              <p:cNvPr id="19" name="Freeform 19"/>
              <p:cNvSpPr/>
              <p:nvPr/>
            </p:nvSpPr>
            <p:spPr>
              <a:xfrm>
                <a:off x="0" y="0"/>
                <a:ext cx="842671" cy="849742"/>
              </a:xfrm>
              <a:custGeom>
                <a:avLst/>
                <a:gdLst/>
                <a:ahLst/>
                <a:cxnLst/>
                <a:rect l="l" t="t" r="r" b="b"/>
                <a:pathLst>
                  <a:path w="842671" h="849742">
                    <a:moveTo>
                      <a:pt x="842671" y="383128"/>
                    </a:moveTo>
                    <a:lnTo>
                      <a:pt x="842671" y="466614"/>
                    </a:lnTo>
                    <a:cubicBezTo>
                      <a:pt x="842671" y="568226"/>
                      <a:pt x="802306" y="665676"/>
                      <a:pt x="730456" y="737526"/>
                    </a:cubicBezTo>
                    <a:cubicBezTo>
                      <a:pt x="658605" y="809377"/>
                      <a:pt x="561155" y="849742"/>
                      <a:pt x="459543" y="849742"/>
                    </a:cubicBezTo>
                    <a:lnTo>
                      <a:pt x="383128" y="849742"/>
                    </a:lnTo>
                    <a:cubicBezTo>
                      <a:pt x="171532" y="849742"/>
                      <a:pt x="0" y="678210"/>
                      <a:pt x="0" y="466614"/>
                    </a:cubicBezTo>
                    <a:lnTo>
                      <a:pt x="0" y="383128"/>
                    </a:lnTo>
                    <a:cubicBezTo>
                      <a:pt x="0" y="171532"/>
                      <a:pt x="171532" y="0"/>
                      <a:pt x="383128" y="0"/>
                    </a:cubicBezTo>
                    <a:lnTo>
                      <a:pt x="459543" y="0"/>
                    </a:lnTo>
                    <a:cubicBezTo>
                      <a:pt x="671139" y="0"/>
                      <a:pt x="842671" y="171532"/>
                      <a:pt x="842671" y="383128"/>
                    </a:cubicBezTo>
                    <a:close/>
                  </a:path>
                </a:pathLst>
              </a:custGeom>
              <a:solidFill>
                <a:srgbClr val="612C9E">
                  <a:alpha val="21961"/>
                </a:srgbClr>
              </a:solidFill>
            </p:spPr>
            <p:txBody>
              <a:bodyPr/>
              <a:lstStyle/>
              <a:p>
                <a:endParaRPr lang="es-CO"/>
              </a:p>
            </p:txBody>
          </p:sp>
          <p:sp>
            <p:nvSpPr>
              <p:cNvPr id="20" name="TextBox 20"/>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1" name="Group 21"/>
            <p:cNvGrpSpPr/>
            <p:nvPr/>
          </p:nvGrpSpPr>
          <p:grpSpPr>
            <a:xfrm>
              <a:off x="169876" y="2632210"/>
              <a:ext cx="74760" cy="75382"/>
              <a:chOff x="0" y="0"/>
              <a:chExt cx="842671" cy="849742"/>
            </a:xfrm>
          </p:grpSpPr>
          <p:sp>
            <p:nvSpPr>
              <p:cNvPr id="22" name="Freeform 22"/>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21961"/>
                </a:srgbClr>
              </a:solidFill>
            </p:spPr>
            <p:txBody>
              <a:bodyPr/>
              <a:lstStyle/>
              <a:p>
                <a:endParaRPr lang="es-CO"/>
              </a:p>
            </p:txBody>
          </p:sp>
          <p:sp>
            <p:nvSpPr>
              <p:cNvPr id="23" name="TextBox 23"/>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4" name="Group 24"/>
            <p:cNvGrpSpPr/>
            <p:nvPr/>
          </p:nvGrpSpPr>
          <p:grpSpPr>
            <a:xfrm>
              <a:off x="1284400" y="2328848"/>
              <a:ext cx="74760" cy="75382"/>
              <a:chOff x="0" y="0"/>
              <a:chExt cx="842671" cy="849742"/>
            </a:xfrm>
          </p:grpSpPr>
          <p:sp>
            <p:nvSpPr>
              <p:cNvPr id="25" name="Freeform 25"/>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21961"/>
                </a:srgbClr>
              </a:solidFill>
            </p:spPr>
            <p:txBody>
              <a:bodyPr/>
              <a:lstStyle/>
              <a:p>
                <a:endParaRPr lang="es-CO"/>
              </a:p>
            </p:txBody>
          </p:sp>
          <p:sp>
            <p:nvSpPr>
              <p:cNvPr id="26" name="TextBox 26"/>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7" name="Group 27"/>
            <p:cNvGrpSpPr/>
            <p:nvPr/>
          </p:nvGrpSpPr>
          <p:grpSpPr>
            <a:xfrm>
              <a:off x="806114" y="2524229"/>
              <a:ext cx="291361" cy="291343"/>
              <a:chOff x="0" y="0"/>
              <a:chExt cx="1033370" cy="1033387"/>
            </a:xfrm>
          </p:grpSpPr>
          <p:sp>
            <p:nvSpPr>
              <p:cNvPr id="28" name="Freeform 28"/>
              <p:cNvSpPr/>
              <p:nvPr/>
            </p:nvSpPr>
            <p:spPr>
              <a:xfrm>
                <a:off x="0" y="0"/>
                <a:ext cx="1033370" cy="1033387"/>
              </a:xfrm>
              <a:custGeom>
                <a:avLst/>
                <a:gdLst/>
                <a:ahLst/>
                <a:cxnLst/>
                <a:rect l="l" t="t" r="r" b="b"/>
                <a:pathLst>
                  <a:path w="1033370" h="1033387">
                    <a:moveTo>
                      <a:pt x="1033370" y="126064"/>
                    </a:moveTo>
                    <a:lnTo>
                      <a:pt x="1033370" y="907324"/>
                    </a:lnTo>
                    <a:cubicBezTo>
                      <a:pt x="1033370" y="976947"/>
                      <a:pt x="976929" y="1033387"/>
                      <a:pt x="907306" y="1033387"/>
                    </a:cubicBezTo>
                    <a:lnTo>
                      <a:pt x="126064" y="1033387"/>
                    </a:lnTo>
                    <a:cubicBezTo>
                      <a:pt x="56441" y="1033387"/>
                      <a:pt x="0" y="976947"/>
                      <a:pt x="0" y="907324"/>
                    </a:cubicBezTo>
                    <a:lnTo>
                      <a:pt x="0" y="126064"/>
                    </a:lnTo>
                    <a:cubicBezTo>
                      <a:pt x="0" y="56441"/>
                      <a:pt x="56441" y="0"/>
                      <a:pt x="126064" y="0"/>
                    </a:cubicBezTo>
                    <a:lnTo>
                      <a:pt x="907306" y="0"/>
                    </a:lnTo>
                    <a:cubicBezTo>
                      <a:pt x="976929" y="0"/>
                      <a:pt x="1033370" y="56441"/>
                      <a:pt x="1033370" y="126064"/>
                    </a:cubicBezTo>
                    <a:close/>
                  </a:path>
                </a:pathLst>
              </a:custGeom>
              <a:solidFill>
                <a:srgbClr val="612C9E">
                  <a:alpha val="21961"/>
                </a:srgbClr>
              </a:solidFill>
            </p:spPr>
            <p:txBody>
              <a:bodyPr/>
              <a:lstStyle/>
              <a:p>
                <a:endParaRPr lang="es-CO"/>
              </a:p>
            </p:txBody>
          </p:sp>
          <p:sp>
            <p:nvSpPr>
              <p:cNvPr id="29" name="TextBox 29"/>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30" name="Group 30"/>
            <p:cNvGrpSpPr/>
            <p:nvPr/>
          </p:nvGrpSpPr>
          <p:grpSpPr>
            <a:xfrm>
              <a:off x="1192211" y="2544613"/>
              <a:ext cx="291361" cy="291343"/>
              <a:chOff x="0" y="0"/>
              <a:chExt cx="1033370" cy="1033387"/>
            </a:xfrm>
          </p:grpSpPr>
          <p:sp>
            <p:nvSpPr>
              <p:cNvPr id="31" name="Freeform 31"/>
              <p:cNvSpPr/>
              <p:nvPr/>
            </p:nvSpPr>
            <p:spPr>
              <a:xfrm>
                <a:off x="0" y="0"/>
                <a:ext cx="1033370" cy="1033387"/>
              </a:xfrm>
              <a:custGeom>
                <a:avLst/>
                <a:gdLst/>
                <a:ahLst/>
                <a:cxnLst/>
                <a:rect l="l" t="t" r="r" b="b"/>
                <a:pathLst>
                  <a:path w="1033370" h="1033387">
                    <a:moveTo>
                      <a:pt x="1033370" y="126064"/>
                    </a:moveTo>
                    <a:lnTo>
                      <a:pt x="1033370" y="907324"/>
                    </a:lnTo>
                    <a:cubicBezTo>
                      <a:pt x="1033370" y="976947"/>
                      <a:pt x="976929" y="1033387"/>
                      <a:pt x="907306" y="1033387"/>
                    </a:cubicBezTo>
                    <a:lnTo>
                      <a:pt x="126064" y="1033387"/>
                    </a:lnTo>
                    <a:cubicBezTo>
                      <a:pt x="56441" y="1033387"/>
                      <a:pt x="0" y="976947"/>
                      <a:pt x="0" y="907324"/>
                    </a:cubicBezTo>
                    <a:lnTo>
                      <a:pt x="0" y="126064"/>
                    </a:lnTo>
                    <a:cubicBezTo>
                      <a:pt x="0" y="56441"/>
                      <a:pt x="56441" y="0"/>
                      <a:pt x="126064" y="0"/>
                    </a:cubicBezTo>
                    <a:lnTo>
                      <a:pt x="907306" y="0"/>
                    </a:lnTo>
                    <a:cubicBezTo>
                      <a:pt x="976929" y="0"/>
                      <a:pt x="1033370" y="56441"/>
                      <a:pt x="1033370" y="126064"/>
                    </a:cubicBezTo>
                    <a:close/>
                  </a:path>
                </a:pathLst>
              </a:custGeom>
              <a:solidFill>
                <a:srgbClr val="5628A1">
                  <a:alpha val="21961"/>
                </a:srgbClr>
              </a:solidFill>
            </p:spPr>
            <p:txBody>
              <a:bodyPr/>
              <a:lstStyle/>
              <a:p>
                <a:endParaRPr lang="es-CO"/>
              </a:p>
            </p:txBody>
          </p:sp>
          <p:sp>
            <p:nvSpPr>
              <p:cNvPr id="32" name="TextBox 32"/>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33" name="Group 33"/>
            <p:cNvGrpSpPr/>
            <p:nvPr/>
          </p:nvGrpSpPr>
          <p:grpSpPr>
            <a:xfrm>
              <a:off x="862284" y="2947577"/>
              <a:ext cx="197216" cy="198855"/>
              <a:chOff x="0" y="0"/>
              <a:chExt cx="842671" cy="849742"/>
            </a:xfrm>
          </p:grpSpPr>
          <p:sp>
            <p:nvSpPr>
              <p:cNvPr id="34" name="Freeform 34"/>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21961"/>
                </a:srgbClr>
              </a:solidFill>
            </p:spPr>
            <p:txBody>
              <a:bodyPr/>
              <a:lstStyle/>
              <a:p>
                <a:endParaRPr lang="es-CO"/>
              </a:p>
            </p:txBody>
          </p:sp>
          <p:sp>
            <p:nvSpPr>
              <p:cNvPr id="35" name="TextBox 35"/>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36" name="Group 36"/>
            <p:cNvGrpSpPr/>
            <p:nvPr/>
          </p:nvGrpSpPr>
          <p:grpSpPr>
            <a:xfrm>
              <a:off x="70306" y="2170587"/>
              <a:ext cx="197216" cy="198855"/>
              <a:chOff x="0" y="0"/>
              <a:chExt cx="842671" cy="849742"/>
            </a:xfrm>
          </p:grpSpPr>
          <p:sp>
            <p:nvSpPr>
              <p:cNvPr id="37" name="Freeform 37"/>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21961"/>
                </a:srgbClr>
              </a:solidFill>
            </p:spPr>
            <p:txBody>
              <a:bodyPr/>
              <a:lstStyle/>
              <a:p>
                <a:endParaRPr lang="es-CO"/>
              </a:p>
            </p:txBody>
          </p:sp>
          <p:sp>
            <p:nvSpPr>
              <p:cNvPr id="38" name="TextBox 38"/>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39" name="Group 39"/>
            <p:cNvGrpSpPr/>
            <p:nvPr/>
          </p:nvGrpSpPr>
          <p:grpSpPr>
            <a:xfrm>
              <a:off x="380277" y="1406496"/>
              <a:ext cx="238971" cy="240958"/>
              <a:chOff x="0" y="0"/>
              <a:chExt cx="842671" cy="849742"/>
            </a:xfrm>
          </p:grpSpPr>
          <p:sp>
            <p:nvSpPr>
              <p:cNvPr id="40" name="Freeform 40"/>
              <p:cNvSpPr/>
              <p:nvPr/>
            </p:nvSpPr>
            <p:spPr>
              <a:xfrm>
                <a:off x="0" y="0"/>
                <a:ext cx="842671" cy="849742"/>
              </a:xfrm>
              <a:custGeom>
                <a:avLst/>
                <a:gdLst/>
                <a:ahLst/>
                <a:cxnLst/>
                <a:rect l="l" t="t" r="r" b="b"/>
                <a:pathLst>
                  <a:path w="842671" h="849742">
                    <a:moveTo>
                      <a:pt x="842671" y="153701"/>
                    </a:moveTo>
                    <a:lnTo>
                      <a:pt x="842671" y="696041"/>
                    </a:lnTo>
                    <a:cubicBezTo>
                      <a:pt x="842671" y="736805"/>
                      <a:pt x="826478" y="775900"/>
                      <a:pt x="797653" y="804724"/>
                    </a:cubicBezTo>
                    <a:cubicBezTo>
                      <a:pt x="768829" y="833548"/>
                      <a:pt x="729735" y="849742"/>
                      <a:pt x="688971" y="849742"/>
                    </a:cubicBezTo>
                    <a:lnTo>
                      <a:pt x="153701" y="849742"/>
                    </a:lnTo>
                    <a:cubicBezTo>
                      <a:pt x="68814" y="849742"/>
                      <a:pt x="0" y="780928"/>
                      <a:pt x="0" y="696041"/>
                    </a:cubicBezTo>
                    <a:lnTo>
                      <a:pt x="0" y="153701"/>
                    </a:lnTo>
                    <a:cubicBezTo>
                      <a:pt x="0" y="68814"/>
                      <a:pt x="68814" y="0"/>
                      <a:pt x="153701" y="0"/>
                    </a:cubicBezTo>
                    <a:lnTo>
                      <a:pt x="688971" y="0"/>
                    </a:lnTo>
                    <a:cubicBezTo>
                      <a:pt x="773857" y="0"/>
                      <a:pt x="842671" y="68814"/>
                      <a:pt x="842671" y="153701"/>
                    </a:cubicBezTo>
                    <a:close/>
                  </a:path>
                </a:pathLst>
              </a:custGeom>
              <a:solidFill>
                <a:srgbClr val="612C9E">
                  <a:alpha val="21961"/>
                </a:srgbClr>
              </a:solidFill>
            </p:spPr>
            <p:txBody>
              <a:bodyPr/>
              <a:lstStyle/>
              <a:p>
                <a:endParaRPr lang="es-CO"/>
              </a:p>
            </p:txBody>
          </p:sp>
          <p:sp>
            <p:nvSpPr>
              <p:cNvPr id="41" name="TextBox 41"/>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42" name="Group 42"/>
            <p:cNvGrpSpPr/>
            <p:nvPr/>
          </p:nvGrpSpPr>
          <p:grpSpPr>
            <a:xfrm>
              <a:off x="348926" y="1038527"/>
              <a:ext cx="270322" cy="272569"/>
              <a:chOff x="0" y="0"/>
              <a:chExt cx="842671" cy="849742"/>
            </a:xfrm>
          </p:grpSpPr>
          <p:sp>
            <p:nvSpPr>
              <p:cNvPr id="43" name="Freeform 43"/>
              <p:cNvSpPr/>
              <p:nvPr/>
            </p:nvSpPr>
            <p:spPr>
              <a:xfrm>
                <a:off x="0" y="0"/>
                <a:ext cx="842671" cy="849742"/>
              </a:xfrm>
              <a:custGeom>
                <a:avLst/>
                <a:gdLst/>
                <a:ahLst/>
                <a:cxnLst/>
                <a:rect l="l" t="t" r="r" b="b"/>
                <a:pathLst>
                  <a:path w="842671" h="849742">
                    <a:moveTo>
                      <a:pt x="842671" y="135875"/>
                    </a:moveTo>
                    <a:lnTo>
                      <a:pt x="842671" y="713867"/>
                    </a:lnTo>
                    <a:cubicBezTo>
                      <a:pt x="842671" y="749903"/>
                      <a:pt x="828356" y="784463"/>
                      <a:pt x="802874" y="809945"/>
                    </a:cubicBezTo>
                    <a:cubicBezTo>
                      <a:pt x="777393" y="835426"/>
                      <a:pt x="742832" y="849742"/>
                      <a:pt x="706796" y="849742"/>
                    </a:cubicBezTo>
                    <a:lnTo>
                      <a:pt x="135875" y="849742"/>
                    </a:lnTo>
                    <a:cubicBezTo>
                      <a:pt x="60833" y="849742"/>
                      <a:pt x="0" y="788908"/>
                      <a:pt x="0" y="713867"/>
                    </a:cubicBezTo>
                    <a:lnTo>
                      <a:pt x="0" y="135875"/>
                    </a:lnTo>
                    <a:cubicBezTo>
                      <a:pt x="0" y="60833"/>
                      <a:pt x="60833" y="0"/>
                      <a:pt x="135875" y="0"/>
                    </a:cubicBezTo>
                    <a:lnTo>
                      <a:pt x="706796" y="0"/>
                    </a:lnTo>
                    <a:cubicBezTo>
                      <a:pt x="781838" y="0"/>
                      <a:pt x="842671" y="60833"/>
                      <a:pt x="842671" y="135875"/>
                    </a:cubicBezTo>
                    <a:close/>
                  </a:path>
                </a:pathLst>
              </a:custGeom>
              <a:solidFill>
                <a:srgbClr val="5628A1">
                  <a:alpha val="21961"/>
                </a:srgbClr>
              </a:solidFill>
            </p:spPr>
            <p:txBody>
              <a:bodyPr/>
              <a:lstStyle/>
              <a:p>
                <a:endParaRPr lang="es-CO"/>
              </a:p>
            </p:txBody>
          </p:sp>
          <p:sp>
            <p:nvSpPr>
              <p:cNvPr id="44" name="TextBox 44"/>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45" name="Group 45"/>
            <p:cNvGrpSpPr/>
            <p:nvPr/>
          </p:nvGrpSpPr>
          <p:grpSpPr>
            <a:xfrm>
              <a:off x="1097475" y="1470922"/>
              <a:ext cx="74760" cy="75382"/>
              <a:chOff x="0" y="0"/>
              <a:chExt cx="842671" cy="849742"/>
            </a:xfrm>
          </p:grpSpPr>
          <p:sp>
            <p:nvSpPr>
              <p:cNvPr id="46" name="Freeform 46"/>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21961"/>
                </a:srgbClr>
              </a:solidFill>
            </p:spPr>
            <p:txBody>
              <a:bodyPr/>
              <a:lstStyle/>
              <a:p>
                <a:endParaRPr lang="es-CO"/>
              </a:p>
            </p:txBody>
          </p:sp>
          <p:sp>
            <p:nvSpPr>
              <p:cNvPr id="47" name="TextBox 47"/>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48" name="Group 48"/>
            <p:cNvGrpSpPr/>
            <p:nvPr/>
          </p:nvGrpSpPr>
          <p:grpSpPr>
            <a:xfrm>
              <a:off x="1216192" y="2916321"/>
              <a:ext cx="291361" cy="291343"/>
              <a:chOff x="0" y="0"/>
              <a:chExt cx="1033370" cy="1033387"/>
            </a:xfrm>
          </p:grpSpPr>
          <p:sp>
            <p:nvSpPr>
              <p:cNvPr id="49" name="Freeform 49"/>
              <p:cNvSpPr/>
              <p:nvPr/>
            </p:nvSpPr>
            <p:spPr>
              <a:xfrm>
                <a:off x="0" y="0"/>
                <a:ext cx="1033370" cy="1033387"/>
              </a:xfrm>
              <a:custGeom>
                <a:avLst/>
                <a:gdLst/>
                <a:ahLst/>
                <a:cxnLst/>
                <a:rect l="l" t="t" r="r" b="b"/>
                <a:pathLst>
                  <a:path w="1033370" h="1033387">
                    <a:moveTo>
                      <a:pt x="1033370" y="126064"/>
                    </a:moveTo>
                    <a:lnTo>
                      <a:pt x="1033370" y="907324"/>
                    </a:lnTo>
                    <a:cubicBezTo>
                      <a:pt x="1033370" y="976947"/>
                      <a:pt x="976929" y="1033387"/>
                      <a:pt x="907306" y="1033387"/>
                    </a:cubicBezTo>
                    <a:lnTo>
                      <a:pt x="126064" y="1033387"/>
                    </a:lnTo>
                    <a:cubicBezTo>
                      <a:pt x="56441" y="1033387"/>
                      <a:pt x="0" y="976947"/>
                      <a:pt x="0" y="907324"/>
                    </a:cubicBezTo>
                    <a:lnTo>
                      <a:pt x="0" y="126064"/>
                    </a:lnTo>
                    <a:cubicBezTo>
                      <a:pt x="0" y="56441"/>
                      <a:pt x="56441" y="0"/>
                      <a:pt x="126064" y="0"/>
                    </a:cubicBezTo>
                    <a:lnTo>
                      <a:pt x="907306" y="0"/>
                    </a:lnTo>
                    <a:cubicBezTo>
                      <a:pt x="976929" y="0"/>
                      <a:pt x="1033370" y="56441"/>
                      <a:pt x="1033370" y="126064"/>
                    </a:cubicBezTo>
                    <a:close/>
                  </a:path>
                </a:pathLst>
              </a:custGeom>
              <a:solidFill>
                <a:srgbClr val="612C9E">
                  <a:alpha val="21961"/>
                </a:srgbClr>
              </a:solidFill>
            </p:spPr>
            <p:txBody>
              <a:bodyPr/>
              <a:lstStyle/>
              <a:p>
                <a:endParaRPr lang="es-CO"/>
              </a:p>
            </p:txBody>
          </p:sp>
          <p:sp>
            <p:nvSpPr>
              <p:cNvPr id="50" name="TextBox 50"/>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51" name="Group 51"/>
            <p:cNvGrpSpPr/>
            <p:nvPr/>
          </p:nvGrpSpPr>
          <p:grpSpPr>
            <a:xfrm>
              <a:off x="1076367" y="3309803"/>
              <a:ext cx="95869" cy="96666"/>
              <a:chOff x="0" y="0"/>
              <a:chExt cx="842671" cy="849742"/>
            </a:xfrm>
          </p:grpSpPr>
          <p:sp>
            <p:nvSpPr>
              <p:cNvPr id="52" name="Freeform 52"/>
              <p:cNvSpPr/>
              <p:nvPr/>
            </p:nvSpPr>
            <p:spPr>
              <a:xfrm>
                <a:off x="0" y="0"/>
                <a:ext cx="842671" cy="849742"/>
              </a:xfrm>
              <a:custGeom>
                <a:avLst/>
                <a:gdLst/>
                <a:ahLst/>
                <a:cxnLst/>
                <a:rect l="l" t="t" r="r" b="b"/>
                <a:pathLst>
                  <a:path w="842671" h="849742">
                    <a:moveTo>
                      <a:pt x="842671" y="383128"/>
                    </a:moveTo>
                    <a:lnTo>
                      <a:pt x="842671" y="466614"/>
                    </a:lnTo>
                    <a:cubicBezTo>
                      <a:pt x="842671" y="568226"/>
                      <a:pt x="802306" y="665676"/>
                      <a:pt x="730456" y="737526"/>
                    </a:cubicBezTo>
                    <a:cubicBezTo>
                      <a:pt x="658605" y="809377"/>
                      <a:pt x="561155" y="849742"/>
                      <a:pt x="459543" y="849742"/>
                    </a:cubicBezTo>
                    <a:lnTo>
                      <a:pt x="383128" y="849742"/>
                    </a:lnTo>
                    <a:cubicBezTo>
                      <a:pt x="171532" y="849742"/>
                      <a:pt x="0" y="678210"/>
                      <a:pt x="0" y="466614"/>
                    </a:cubicBezTo>
                    <a:lnTo>
                      <a:pt x="0" y="383128"/>
                    </a:lnTo>
                    <a:cubicBezTo>
                      <a:pt x="0" y="171532"/>
                      <a:pt x="171532" y="0"/>
                      <a:pt x="383128" y="0"/>
                    </a:cubicBezTo>
                    <a:lnTo>
                      <a:pt x="459543" y="0"/>
                    </a:lnTo>
                    <a:cubicBezTo>
                      <a:pt x="671139" y="0"/>
                      <a:pt x="842671" y="171532"/>
                      <a:pt x="842671" y="383128"/>
                    </a:cubicBezTo>
                    <a:close/>
                  </a:path>
                </a:pathLst>
              </a:custGeom>
              <a:solidFill>
                <a:srgbClr val="612C9E">
                  <a:alpha val="21961"/>
                </a:srgbClr>
              </a:solidFill>
            </p:spPr>
            <p:txBody>
              <a:bodyPr/>
              <a:lstStyle/>
              <a:p>
                <a:endParaRPr lang="es-CO"/>
              </a:p>
            </p:txBody>
          </p:sp>
          <p:sp>
            <p:nvSpPr>
              <p:cNvPr id="53" name="TextBox 53"/>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54" name="Group 54"/>
            <p:cNvGrpSpPr/>
            <p:nvPr/>
          </p:nvGrpSpPr>
          <p:grpSpPr>
            <a:xfrm>
              <a:off x="24742" y="1429569"/>
              <a:ext cx="197216" cy="198855"/>
              <a:chOff x="0" y="0"/>
              <a:chExt cx="842671" cy="849742"/>
            </a:xfrm>
          </p:grpSpPr>
          <p:sp>
            <p:nvSpPr>
              <p:cNvPr id="55" name="Freeform 55"/>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5628A1">
                  <a:alpha val="21961"/>
                </a:srgbClr>
              </a:solidFill>
            </p:spPr>
            <p:txBody>
              <a:bodyPr/>
              <a:lstStyle/>
              <a:p>
                <a:endParaRPr lang="es-CO"/>
              </a:p>
            </p:txBody>
          </p:sp>
          <p:sp>
            <p:nvSpPr>
              <p:cNvPr id="56" name="TextBox 56"/>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57" name="Group 57"/>
            <p:cNvGrpSpPr/>
            <p:nvPr/>
          </p:nvGrpSpPr>
          <p:grpSpPr>
            <a:xfrm>
              <a:off x="89174" y="1840956"/>
              <a:ext cx="95869" cy="96666"/>
              <a:chOff x="0" y="0"/>
              <a:chExt cx="842671" cy="849742"/>
            </a:xfrm>
          </p:grpSpPr>
          <p:sp>
            <p:nvSpPr>
              <p:cNvPr id="58" name="Freeform 58"/>
              <p:cNvSpPr/>
              <p:nvPr/>
            </p:nvSpPr>
            <p:spPr>
              <a:xfrm>
                <a:off x="0" y="0"/>
                <a:ext cx="842671" cy="849742"/>
              </a:xfrm>
              <a:custGeom>
                <a:avLst/>
                <a:gdLst/>
                <a:ahLst/>
                <a:cxnLst/>
                <a:rect l="l" t="t" r="r" b="b"/>
                <a:pathLst>
                  <a:path w="842671" h="849742">
                    <a:moveTo>
                      <a:pt x="842671" y="383128"/>
                    </a:moveTo>
                    <a:lnTo>
                      <a:pt x="842671" y="466614"/>
                    </a:lnTo>
                    <a:cubicBezTo>
                      <a:pt x="842671" y="568226"/>
                      <a:pt x="802306" y="665676"/>
                      <a:pt x="730456" y="737526"/>
                    </a:cubicBezTo>
                    <a:cubicBezTo>
                      <a:pt x="658605" y="809377"/>
                      <a:pt x="561155" y="849742"/>
                      <a:pt x="459543" y="849742"/>
                    </a:cubicBezTo>
                    <a:lnTo>
                      <a:pt x="383128" y="849742"/>
                    </a:lnTo>
                    <a:cubicBezTo>
                      <a:pt x="171532" y="849742"/>
                      <a:pt x="0" y="678210"/>
                      <a:pt x="0" y="466614"/>
                    </a:cubicBezTo>
                    <a:lnTo>
                      <a:pt x="0" y="383128"/>
                    </a:lnTo>
                    <a:cubicBezTo>
                      <a:pt x="0" y="171532"/>
                      <a:pt x="171532" y="0"/>
                      <a:pt x="383128" y="0"/>
                    </a:cubicBezTo>
                    <a:lnTo>
                      <a:pt x="459543" y="0"/>
                    </a:lnTo>
                    <a:cubicBezTo>
                      <a:pt x="671139" y="0"/>
                      <a:pt x="842671" y="171532"/>
                      <a:pt x="842671" y="383128"/>
                    </a:cubicBezTo>
                    <a:close/>
                  </a:path>
                </a:pathLst>
              </a:custGeom>
              <a:solidFill>
                <a:srgbClr val="612C9E">
                  <a:alpha val="21961"/>
                </a:srgbClr>
              </a:solidFill>
            </p:spPr>
            <p:txBody>
              <a:bodyPr/>
              <a:lstStyle/>
              <a:p>
                <a:endParaRPr lang="es-CO"/>
              </a:p>
            </p:txBody>
          </p:sp>
          <p:sp>
            <p:nvSpPr>
              <p:cNvPr id="59" name="TextBox 59"/>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60" name="Group 60"/>
            <p:cNvGrpSpPr/>
            <p:nvPr/>
          </p:nvGrpSpPr>
          <p:grpSpPr>
            <a:xfrm>
              <a:off x="76349" y="1123794"/>
              <a:ext cx="74760" cy="75382"/>
              <a:chOff x="0" y="0"/>
              <a:chExt cx="842671" cy="849742"/>
            </a:xfrm>
          </p:grpSpPr>
          <p:sp>
            <p:nvSpPr>
              <p:cNvPr id="61" name="Freeform 61"/>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21961"/>
                </a:srgbClr>
              </a:solidFill>
            </p:spPr>
            <p:txBody>
              <a:bodyPr/>
              <a:lstStyle/>
              <a:p>
                <a:endParaRPr lang="es-CO"/>
              </a:p>
            </p:txBody>
          </p:sp>
          <p:sp>
            <p:nvSpPr>
              <p:cNvPr id="62" name="TextBox 62"/>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63" name="Group 63"/>
            <p:cNvGrpSpPr/>
            <p:nvPr/>
          </p:nvGrpSpPr>
          <p:grpSpPr>
            <a:xfrm>
              <a:off x="430071" y="386373"/>
              <a:ext cx="74760" cy="75382"/>
              <a:chOff x="0" y="0"/>
              <a:chExt cx="842671" cy="849742"/>
            </a:xfrm>
          </p:grpSpPr>
          <p:sp>
            <p:nvSpPr>
              <p:cNvPr id="64" name="Freeform 64"/>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E2EAC">
                  <a:alpha val="21961"/>
                </a:srgbClr>
              </a:solidFill>
            </p:spPr>
            <p:txBody>
              <a:bodyPr/>
              <a:lstStyle/>
              <a:p>
                <a:endParaRPr lang="es-CO"/>
              </a:p>
            </p:txBody>
          </p:sp>
          <p:sp>
            <p:nvSpPr>
              <p:cNvPr id="65" name="TextBox 65"/>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66" name="Group 66"/>
            <p:cNvGrpSpPr/>
            <p:nvPr/>
          </p:nvGrpSpPr>
          <p:grpSpPr>
            <a:xfrm>
              <a:off x="376680" y="0"/>
              <a:ext cx="185238" cy="186778"/>
              <a:chOff x="0" y="0"/>
              <a:chExt cx="842671" cy="849742"/>
            </a:xfrm>
          </p:grpSpPr>
          <p:sp>
            <p:nvSpPr>
              <p:cNvPr id="67" name="Freeform 67"/>
              <p:cNvSpPr/>
              <p:nvPr/>
            </p:nvSpPr>
            <p:spPr>
              <a:xfrm>
                <a:off x="0" y="0"/>
                <a:ext cx="842671" cy="849742"/>
              </a:xfrm>
              <a:custGeom>
                <a:avLst/>
                <a:gdLst/>
                <a:ahLst/>
                <a:cxnLst/>
                <a:rect l="l" t="t" r="r" b="b"/>
                <a:pathLst>
                  <a:path w="842671" h="849742">
                    <a:moveTo>
                      <a:pt x="842671" y="198286"/>
                    </a:moveTo>
                    <a:lnTo>
                      <a:pt x="842671" y="651456"/>
                    </a:lnTo>
                    <a:cubicBezTo>
                      <a:pt x="842671" y="704045"/>
                      <a:pt x="821780" y="754480"/>
                      <a:pt x="784595" y="791665"/>
                    </a:cubicBezTo>
                    <a:cubicBezTo>
                      <a:pt x="747409" y="828851"/>
                      <a:pt x="696974" y="849742"/>
                      <a:pt x="644386" y="849742"/>
                    </a:cubicBezTo>
                    <a:lnTo>
                      <a:pt x="198286" y="849742"/>
                    </a:lnTo>
                    <a:cubicBezTo>
                      <a:pt x="88775" y="849742"/>
                      <a:pt x="0" y="760966"/>
                      <a:pt x="0" y="651456"/>
                    </a:cubicBezTo>
                    <a:lnTo>
                      <a:pt x="0" y="198286"/>
                    </a:lnTo>
                    <a:cubicBezTo>
                      <a:pt x="0" y="88775"/>
                      <a:pt x="88775" y="0"/>
                      <a:pt x="198286" y="0"/>
                    </a:cubicBezTo>
                    <a:lnTo>
                      <a:pt x="644386" y="0"/>
                    </a:lnTo>
                    <a:cubicBezTo>
                      <a:pt x="753896" y="0"/>
                      <a:pt x="842671" y="88775"/>
                      <a:pt x="842671" y="198286"/>
                    </a:cubicBezTo>
                    <a:close/>
                  </a:path>
                </a:pathLst>
              </a:custGeom>
              <a:solidFill>
                <a:srgbClr val="06194C">
                  <a:alpha val="21961"/>
                </a:srgbClr>
              </a:solidFill>
            </p:spPr>
            <p:txBody>
              <a:bodyPr/>
              <a:lstStyle/>
              <a:p>
                <a:endParaRPr lang="es-CO"/>
              </a:p>
            </p:txBody>
          </p:sp>
          <p:sp>
            <p:nvSpPr>
              <p:cNvPr id="68" name="TextBox 68"/>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69" name="Group 69"/>
            <p:cNvGrpSpPr/>
            <p:nvPr/>
          </p:nvGrpSpPr>
          <p:grpSpPr>
            <a:xfrm>
              <a:off x="1079961" y="442729"/>
              <a:ext cx="74760" cy="75382"/>
              <a:chOff x="0" y="0"/>
              <a:chExt cx="842671" cy="849742"/>
            </a:xfrm>
          </p:grpSpPr>
          <p:sp>
            <p:nvSpPr>
              <p:cNvPr id="70" name="Freeform 70"/>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5628A1">
                  <a:alpha val="21961"/>
                </a:srgbClr>
              </a:solidFill>
            </p:spPr>
            <p:txBody>
              <a:bodyPr/>
              <a:lstStyle/>
              <a:p>
                <a:endParaRPr lang="es-CO"/>
              </a:p>
            </p:txBody>
          </p:sp>
          <p:sp>
            <p:nvSpPr>
              <p:cNvPr id="71" name="TextBox 71"/>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72" name="Group 72"/>
            <p:cNvGrpSpPr/>
            <p:nvPr/>
          </p:nvGrpSpPr>
          <p:grpSpPr>
            <a:xfrm>
              <a:off x="1094275" y="780864"/>
              <a:ext cx="50854" cy="51277"/>
              <a:chOff x="0" y="0"/>
              <a:chExt cx="842671" cy="849742"/>
            </a:xfrm>
          </p:grpSpPr>
          <p:sp>
            <p:nvSpPr>
              <p:cNvPr id="73" name="Freeform 73"/>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21961"/>
                </a:srgbClr>
              </a:solidFill>
            </p:spPr>
            <p:txBody>
              <a:bodyPr/>
              <a:lstStyle/>
              <a:p>
                <a:endParaRPr lang="es-CO"/>
              </a:p>
            </p:txBody>
          </p:sp>
          <p:sp>
            <p:nvSpPr>
              <p:cNvPr id="74" name="TextBox 74"/>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75" name="Group 75"/>
            <p:cNvGrpSpPr/>
            <p:nvPr/>
          </p:nvGrpSpPr>
          <p:grpSpPr>
            <a:xfrm>
              <a:off x="369310" y="675212"/>
              <a:ext cx="210594" cy="212344"/>
              <a:chOff x="0" y="0"/>
              <a:chExt cx="842671" cy="849742"/>
            </a:xfrm>
          </p:grpSpPr>
          <p:sp>
            <p:nvSpPr>
              <p:cNvPr id="76" name="Freeform 76"/>
              <p:cNvSpPr/>
              <p:nvPr/>
            </p:nvSpPr>
            <p:spPr>
              <a:xfrm>
                <a:off x="0" y="0"/>
                <a:ext cx="842671" cy="849742"/>
              </a:xfrm>
              <a:custGeom>
                <a:avLst/>
                <a:gdLst/>
                <a:ahLst/>
                <a:cxnLst/>
                <a:rect l="l" t="t" r="r" b="b"/>
                <a:pathLst>
                  <a:path w="842671" h="849742">
                    <a:moveTo>
                      <a:pt x="842671" y="174412"/>
                    </a:moveTo>
                    <a:lnTo>
                      <a:pt x="842671" y="675330"/>
                    </a:lnTo>
                    <a:cubicBezTo>
                      <a:pt x="842671" y="721587"/>
                      <a:pt x="824296" y="765949"/>
                      <a:pt x="791587" y="798658"/>
                    </a:cubicBezTo>
                    <a:cubicBezTo>
                      <a:pt x="758878" y="831366"/>
                      <a:pt x="714516" y="849742"/>
                      <a:pt x="668259" y="849742"/>
                    </a:cubicBezTo>
                    <a:lnTo>
                      <a:pt x="174412" y="849742"/>
                    </a:lnTo>
                    <a:cubicBezTo>
                      <a:pt x="128155" y="849742"/>
                      <a:pt x="83793" y="831366"/>
                      <a:pt x="51084" y="798658"/>
                    </a:cubicBezTo>
                    <a:cubicBezTo>
                      <a:pt x="18375" y="765949"/>
                      <a:pt x="0" y="721587"/>
                      <a:pt x="0" y="675330"/>
                    </a:cubicBezTo>
                    <a:lnTo>
                      <a:pt x="0" y="174412"/>
                    </a:lnTo>
                    <a:cubicBezTo>
                      <a:pt x="0" y="128155"/>
                      <a:pt x="18375" y="83793"/>
                      <a:pt x="51084" y="51084"/>
                    </a:cubicBezTo>
                    <a:cubicBezTo>
                      <a:pt x="83793" y="18375"/>
                      <a:pt x="128155" y="0"/>
                      <a:pt x="174412" y="0"/>
                    </a:cubicBezTo>
                    <a:lnTo>
                      <a:pt x="668259" y="0"/>
                    </a:lnTo>
                    <a:cubicBezTo>
                      <a:pt x="714516" y="0"/>
                      <a:pt x="758878" y="18375"/>
                      <a:pt x="791587" y="51084"/>
                    </a:cubicBezTo>
                    <a:cubicBezTo>
                      <a:pt x="824296" y="83793"/>
                      <a:pt x="842671" y="128155"/>
                      <a:pt x="842671" y="174412"/>
                    </a:cubicBezTo>
                    <a:close/>
                  </a:path>
                </a:pathLst>
              </a:custGeom>
              <a:solidFill>
                <a:srgbClr val="612C9E">
                  <a:alpha val="21961"/>
                </a:srgbClr>
              </a:solidFill>
            </p:spPr>
            <p:txBody>
              <a:bodyPr/>
              <a:lstStyle/>
              <a:p>
                <a:endParaRPr lang="es-CO"/>
              </a:p>
            </p:txBody>
          </p:sp>
          <p:sp>
            <p:nvSpPr>
              <p:cNvPr id="77" name="TextBox 77"/>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78" name="Group 78"/>
            <p:cNvGrpSpPr/>
            <p:nvPr/>
          </p:nvGrpSpPr>
          <p:grpSpPr>
            <a:xfrm>
              <a:off x="0" y="743558"/>
              <a:ext cx="168801" cy="170204"/>
              <a:chOff x="0" y="0"/>
              <a:chExt cx="842671" cy="849742"/>
            </a:xfrm>
          </p:grpSpPr>
          <p:sp>
            <p:nvSpPr>
              <p:cNvPr id="79" name="Freeform 79"/>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alpha val="21961"/>
                </a:srgbClr>
              </a:solidFill>
            </p:spPr>
            <p:txBody>
              <a:bodyPr/>
              <a:lstStyle/>
              <a:p>
                <a:endParaRPr lang="es-CO"/>
              </a:p>
            </p:txBody>
          </p:sp>
          <p:sp>
            <p:nvSpPr>
              <p:cNvPr id="80" name="TextBox 80"/>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81" name="Group 81"/>
            <p:cNvGrpSpPr/>
            <p:nvPr/>
          </p:nvGrpSpPr>
          <p:grpSpPr>
            <a:xfrm>
              <a:off x="1039584" y="1063707"/>
              <a:ext cx="168801" cy="170204"/>
              <a:chOff x="0" y="0"/>
              <a:chExt cx="842671" cy="849742"/>
            </a:xfrm>
          </p:grpSpPr>
          <p:sp>
            <p:nvSpPr>
              <p:cNvPr id="82" name="Freeform 82"/>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21961"/>
                </a:srgbClr>
              </a:solidFill>
            </p:spPr>
            <p:txBody>
              <a:bodyPr/>
              <a:lstStyle/>
              <a:p>
                <a:endParaRPr lang="es-CO"/>
              </a:p>
            </p:txBody>
          </p:sp>
          <p:sp>
            <p:nvSpPr>
              <p:cNvPr id="83" name="TextBox 83"/>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84" name="Group 84"/>
            <p:cNvGrpSpPr/>
            <p:nvPr/>
          </p:nvGrpSpPr>
          <p:grpSpPr>
            <a:xfrm>
              <a:off x="1595377" y="2756222"/>
              <a:ext cx="168801" cy="170204"/>
              <a:chOff x="0" y="0"/>
              <a:chExt cx="842671" cy="849742"/>
            </a:xfrm>
          </p:grpSpPr>
          <p:sp>
            <p:nvSpPr>
              <p:cNvPr id="85" name="Freeform 85"/>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21961"/>
                </a:srgbClr>
              </a:solidFill>
            </p:spPr>
            <p:txBody>
              <a:bodyPr/>
              <a:lstStyle/>
              <a:p>
                <a:endParaRPr lang="es-CO"/>
              </a:p>
            </p:txBody>
          </p:sp>
          <p:sp>
            <p:nvSpPr>
              <p:cNvPr id="86" name="TextBox 86"/>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87" name="Group 87"/>
            <p:cNvGrpSpPr/>
            <p:nvPr/>
          </p:nvGrpSpPr>
          <p:grpSpPr>
            <a:xfrm>
              <a:off x="1823207" y="2986550"/>
              <a:ext cx="89686" cy="90432"/>
              <a:chOff x="0" y="0"/>
              <a:chExt cx="842671" cy="849742"/>
            </a:xfrm>
          </p:grpSpPr>
          <p:sp>
            <p:nvSpPr>
              <p:cNvPr id="88" name="Freeform 88"/>
              <p:cNvSpPr/>
              <p:nvPr/>
            </p:nvSpPr>
            <p:spPr>
              <a:xfrm>
                <a:off x="0" y="0"/>
                <a:ext cx="842671" cy="849742"/>
              </a:xfrm>
              <a:custGeom>
                <a:avLst/>
                <a:gdLst/>
                <a:ahLst/>
                <a:cxnLst/>
                <a:rect l="l" t="t" r="r" b="b"/>
                <a:pathLst>
                  <a:path w="842671" h="849742">
                    <a:moveTo>
                      <a:pt x="842671" y="409539"/>
                    </a:moveTo>
                    <a:lnTo>
                      <a:pt x="842671" y="440203"/>
                    </a:lnTo>
                    <a:cubicBezTo>
                      <a:pt x="842671" y="548819"/>
                      <a:pt x="799523" y="652987"/>
                      <a:pt x="722720" y="729791"/>
                    </a:cubicBezTo>
                    <a:cubicBezTo>
                      <a:pt x="645916" y="806594"/>
                      <a:pt x="541749" y="849742"/>
                      <a:pt x="433132" y="849742"/>
                    </a:cubicBezTo>
                    <a:lnTo>
                      <a:pt x="409539" y="849742"/>
                    </a:lnTo>
                    <a:cubicBezTo>
                      <a:pt x="183357" y="849742"/>
                      <a:pt x="0" y="666385"/>
                      <a:pt x="0" y="440203"/>
                    </a:cubicBezTo>
                    <a:lnTo>
                      <a:pt x="0" y="409539"/>
                    </a:lnTo>
                    <a:cubicBezTo>
                      <a:pt x="0" y="183357"/>
                      <a:pt x="183357" y="0"/>
                      <a:pt x="409539" y="0"/>
                    </a:cubicBezTo>
                    <a:lnTo>
                      <a:pt x="433132" y="0"/>
                    </a:lnTo>
                    <a:cubicBezTo>
                      <a:pt x="659314" y="0"/>
                      <a:pt x="842671" y="183357"/>
                      <a:pt x="842671" y="409539"/>
                    </a:cubicBezTo>
                    <a:close/>
                  </a:path>
                </a:pathLst>
              </a:custGeom>
              <a:solidFill>
                <a:srgbClr val="6E2EAC">
                  <a:alpha val="21961"/>
                </a:srgbClr>
              </a:solidFill>
            </p:spPr>
            <p:txBody>
              <a:bodyPr/>
              <a:lstStyle/>
              <a:p>
                <a:endParaRPr lang="es-CO"/>
              </a:p>
            </p:txBody>
          </p:sp>
          <p:sp>
            <p:nvSpPr>
              <p:cNvPr id="89" name="TextBox 89"/>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90" name="Group 90"/>
            <p:cNvGrpSpPr/>
            <p:nvPr/>
          </p:nvGrpSpPr>
          <p:grpSpPr>
            <a:xfrm>
              <a:off x="754208" y="1485776"/>
              <a:ext cx="168801" cy="170204"/>
              <a:chOff x="0" y="0"/>
              <a:chExt cx="842671" cy="849742"/>
            </a:xfrm>
          </p:grpSpPr>
          <p:sp>
            <p:nvSpPr>
              <p:cNvPr id="91" name="Freeform 91"/>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alpha val="21961"/>
                </a:srgbClr>
              </a:solidFill>
            </p:spPr>
            <p:txBody>
              <a:bodyPr/>
              <a:lstStyle/>
              <a:p>
                <a:endParaRPr lang="es-CO"/>
              </a:p>
            </p:txBody>
          </p:sp>
          <p:sp>
            <p:nvSpPr>
              <p:cNvPr id="92" name="TextBox 92"/>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93" name="Group 93"/>
            <p:cNvGrpSpPr/>
            <p:nvPr/>
          </p:nvGrpSpPr>
          <p:grpSpPr>
            <a:xfrm>
              <a:off x="746623" y="1272478"/>
              <a:ext cx="74760" cy="75382"/>
              <a:chOff x="0" y="0"/>
              <a:chExt cx="842671" cy="849742"/>
            </a:xfrm>
          </p:grpSpPr>
          <p:sp>
            <p:nvSpPr>
              <p:cNvPr id="94" name="Freeform 94"/>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21961"/>
                </a:srgbClr>
              </a:solidFill>
            </p:spPr>
            <p:txBody>
              <a:bodyPr/>
              <a:lstStyle/>
              <a:p>
                <a:endParaRPr lang="es-CO"/>
              </a:p>
            </p:txBody>
          </p:sp>
          <p:sp>
            <p:nvSpPr>
              <p:cNvPr id="95" name="TextBox 95"/>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grpSp>
        <p:nvGrpSpPr>
          <p:cNvPr id="96" name="Group 96"/>
          <p:cNvGrpSpPr/>
          <p:nvPr/>
        </p:nvGrpSpPr>
        <p:grpSpPr>
          <a:xfrm rot="5400000">
            <a:off x="8407849" y="8250188"/>
            <a:ext cx="1804402" cy="3213267"/>
            <a:chOff x="0" y="0"/>
            <a:chExt cx="2405869" cy="4284356"/>
          </a:xfrm>
        </p:grpSpPr>
        <p:grpSp>
          <p:nvGrpSpPr>
            <p:cNvPr id="97" name="Group 97"/>
            <p:cNvGrpSpPr/>
            <p:nvPr/>
          </p:nvGrpSpPr>
          <p:grpSpPr>
            <a:xfrm>
              <a:off x="473533" y="2189617"/>
              <a:ext cx="387185" cy="387161"/>
              <a:chOff x="0" y="0"/>
              <a:chExt cx="1033370" cy="1033387"/>
            </a:xfrm>
          </p:grpSpPr>
          <p:sp>
            <p:nvSpPr>
              <p:cNvPr id="98" name="Freeform 98"/>
              <p:cNvSpPr/>
              <p:nvPr/>
            </p:nvSpPr>
            <p:spPr>
              <a:xfrm>
                <a:off x="0" y="0"/>
                <a:ext cx="1033370" cy="1033387"/>
              </a:xfrm>
              <a:custGeom>
                <a:avLst/>
                <a:gdLst/>
                <a:ahLst/>
                <a:cxnLst/>
                <a:rect l="l" t="t" r="r" b="b"/>
                <a:pathLst>
                  <a:path w="1033370" h="1033387">
                    <a:moveTo>
                      <a:pt x="1033370" y="66284"/>
                    </a:moveTo>
                    <a:lnTo>
                      <a:pt x="1033370" y="967103"/>
                    </a:lnTo>
                    <a:cubicBezTo>
                      <a:pt x="1033370" y="1003711"/>
                      <a:pt x="1003693" y="1033387"/>
                      <a:pt x="967085" y="1033387"/>
                    </a:cubicBezTo>
                    <a:lnTo>
                      <a:pt x="66284" y="1033387"/>
                    </a:lnTo>
                    <a:cubicBezTo>
                      <a:pt x="29677" y="1033387"/>
                      <a:pt x="0" y="1003711"/>
                      <a:pt x="0" y="967103"/>
                    </a:cubicBezTo>
                    <a:lnTo>
                      <a:pt x="0" y="66284"/>
                    </a:lnTo>
                    <a:cubicBezTo>
                      <a:pt x="0" y="29677"/>
                      <a:pt x="29677" y="0"/>
                      <a:pt x="66284" y="0"/>
                    </a:cubicBezTo>
                    <a:lnTo>
                      <a:pt x="967085" y="0"/>
                    </a:lnTo>
                    <a:cubicBezTo>
                      <a:pt x="1003693" y="0"/>
                      <a:pt x="1033370" y="29677"/>
                      <a:pt x="1033370" y="66284"/>
                    </a:cubicBezTo>
                    <a:close/>
                  </a:path>
                </a:pathLst>
              </a:custGeom>
              <a:solidFill>
                <a:srgbClr val="6E2EAC">
                  <a:alpha val="13725"/>
                </a:srgbClr>
              </a:solidFill>
            </p:spPr>
            <p:txBody>
              <a:bodyPr/>
              <a:lstStyle/>
              <a:p>
                <a:endParaRPr lang="es-CO"/>
              </a:p>
            </p:txBody>
          </p:sp>
          <p:sp>
            <p:nvSpPr>
              <p:cNvPr id="99" name="TextBox 99"/>
              <p:cNvSpPr txBox="1"/>
              <p:nvPr/>
            </p:nvSpPr>
            <p:spPr>
              <a:xfrm>
                <a:off x="0" y="-57150"/>
                <a:ext cx="1033370" cy="1090537"/>
              </a:xfrm>
              <a:prstGeom prst="rect">
                <a:avLst/>
              </a:prstGeom>
            </p:spPr>
            <p:txBody>
              <a:bodyPr lIns="50800" tIns="50800" rIns="50800" bIns="50800" rtlCol="0" anchor="ctr"/>
              <a:lstStyle/>
              <a:p>
                <a:pPr algn="ctr">
                  <a:lnSpc>
                    <a:spcPts val="3639"/>
                  </a:lnSpc>
                  <a:spcBef>
                    <a:spcPct val="0"/>
                  </a:spcBef>
                </a:pPr>
                <a:endParaRPr/>
              </a:p>
            </p:txBody>
          </p:sp>
        </p:grpSp>
        <p:grpSp>
          <p:nvGrpSpPr>
            <p:cNvPr id="100" name="Group 100"/>
            <p:cNvGrpSpPr/>
            <p:nvPr/>
          </p:nvGrpSpPr>
          <p:grpSpPr>
            <a:xfrm>
              <a:off x="993123" y="2687169"/>
              <a:ext cx="387185" cy="387161"/>
              <a:chOff x="0" y="0"/>
              <a:chExt cx="1033370" cy="1033387"/>
            </a:xfrm>
          </p:grpSpPr>
          <p:sp>
            <p:nvSpPr>
              <p:cNvPr id="101" name="Freeform 101"/>
              <p:cNvSpPr/>
              <p:nvPr/>
            </p:nvSpPr>
            <p:spPr>
              <a:xfrm>
                <a:off x="0" y="0"/>
                <a:ext cx="1033370" cy="1033387"/>
              </a:xfrm>
              <a:custGeom>
                <a:avLst/>
                <a:gdLst/>
                <a:ahLst/>
                <a:cxnLst/>
                <a:rect l="l" t="t" r="r" b="b"/>
                <a:pathLst>
                  <a:path w="1033370" h="1033387">
                    <a:moveTo>
                      <a:pt x="1033370" y="66284"/>
                    </a:moveTo>
                    <a:lnTo>
                      <a:pt x="1033370" y="967103"/>
                    </a:lnTo>
                    <a:cubicBezTo>
                      <a:pt x="1033370" y="1003711"/>
                      <a:pt x="1003693" y="1033387"/>
                      <a:pt x="967085" y="1033387"/>
                    </a:cubicBezTo>
                    <a:lnTo>
                      <a:pt x="66284" y="1033387"/>
                    </a:lnTo>
                    <a:cubicBezTo>
                      <a:pt x="29677" y="1033387"/>
                      <a:pt x="0" y="1003711"/>
                      <a:pt x="0" y="967103"/>
                    </a:cubicBezTo>
                    <a:lnTo>
                      <a:pt x="0" y="66284"/>
                    </a:lnTo>
                    <a:cubicBezTo>
                      <a:pt x="0" y="29677"/>
                      <a:pt x="29677" y="0"/>
                      <a:pt x="66284" y="0"/>
                    </a:cubicBezTo>
                    <a:lnTo>
                      <a:pt x="967085" y="0"/>
                    </a:lnTo>
                    <a:cubicBezTo>
                      <a:pt x="1003693" y="0"/>
                      <a:pt x="1033370" y="29677"/>
                      <a:pt x="1033370" y="66284"/>
                    </a:cubicBezTo>
                    <a:close/>
                  </a:path>
                </a:pathLst>
              </a:custGeom>
              <a:solidFill>
                <a:srgbClr val="612C9E">
                  <a:alpha val="13725"/>
                </a:srgbClr>
              </a:solidFill>
            </p:spPr>
            <p:txBody>
              <a:bodyPr/>
              <a:lstStyle/>
              <a:p>
                <a:endParaRPr lang="es-CO"/>
              </a:p>
            </p:txBody>
          </p:sp>
          <p:sp>
            <p:nvSpPr>
              <p:cNvPr id="102" name="TextBox 102"/>
              <p:cNvSpPr txBox="1"/>
              <p:nvPr/>
            </p:nvSpPr>
            <p:spPr>
              <a:xfrm>
                <a:off x="0" y="-57150"/>
                <a:ext cx="1033370" cy="1090537"/>
              </a:xfrm>
              <a:prstGeom prst="rect">
                <a:avLst/>
              </a:prstGeom>
            </p:spPr>
            <p:txBody>
              <a:bodyPr lIns="50800" tIns="50800" rIns="50800" bIns="50800" rtlCol="0" anchor="ctr"/>
              <a:lstStyle/>
              <a:p>
                <a:pPr algn="ctr">
                  <a:lnSpc>
                    <a:spcPts val="3639"/>
                  </a:lnSpc>
                  <a:spcBef>
                    <a:spcPct val="0"/>
                  </a:spcBef>
                </a:pPr>
                <a:endParaRPr/>
              </a:p>
            </p:txBody>
          </p:sp>
        </p:grpSp>
        <p:grpSp>
          <p:nvGrpSpPr>
            <p:cNvPr id="103" name="Group 103"/>
            <p:cNvGrpSpPr/>
            <p:nvPr/>
          </p:nvGrpSpPr>
          <p:grpSpPr>
            <a:xfrm>
              <a:off x="538669" y="2699799"/>
              <a:ext cx="315734" cy="318358"/>
              <a:chOff x="0" y="0"/>
              <a:chExt cx="842671" cy="849742"/>
            </a:xfrm>
          </p:grpSpPr>
          <p:sp>
            <p:nvSpPr>
              <p:cNvPr id="104" name="Freeform 104"/>
              <p:cNvSpPr/>
              <p:nvPr/>
            </p:nvSpPr>
            <p:spPr>
              <a:xfrm>
                <a:off x="0" y="0"/>
                <a:ext cx="842671" cy="849742"/>
              </a:xfrm>
              <a:custGeom>
                <a:avLst/>
                <a:gdLst/>
                <a:ahLst/>
                <a:cxnLst/>
                <a:rect l="l" t="t" r="r" b="b"/>
                <a:pathLst>
                  <a:path w="842671" h="849742">
                    <a:moveTo>
                      <a:pt x="842671" y="81285"/>
                    </a:moveTo>
                    <a:lnTo>
                      <a:pt x="842671" y="768457"/>
                    </a:lnTo>
                    <a:cubicBezTo>
                      <a:pt x="842671" y="790015"/>
                      <a:pt x="834107" y="810690"/>
                      <a:pt x="818863" y="825934"/>
                    </a:cubicBezTo>
                    <a:cubicBezTo>
                      <a:pt x="803620" y="841178"/>
                      <a:pt x="782944" y="849742"/>
                      <a:pt x="761386" y="849742"/>
                    </a:cubicBezTo>
                    <a:lnTo>
                      <a:pt x="81285" y="849742"/>
                    </a:lnTo>
                    <a:cubicBezTo>
                      <a:pt x="36392" y="849742"/>
                      <a:pt x="0" y="813349"/>
                      <a:pt x="0" y="768457"/>
                    </a:cubicBezTo>
                    <a:lnTo>
                      <a:pt x="0" y="81285"/>
                    </a:lnTo>
                    <a:cubicBezTo>
                      <a:pt x="0" y="36392"/>
                      <a:pt x="36392" y="0"/>
                      <a:pt x="81285" y="0"/>
                    </a:cubicBezTo>
                    <a:lnTo>
                      <a:pt x="761386" y="0"/>
                    </a:lnTo>
                    <a:cubicBezTo>
                      <a:pt x="806279" y="0"/>
                      <a:pt x="842671" y="36392"/>
                      <a:pt x="842671" y="81285"/>
                    </a:cubicBezTo>
                    <a:close/>
                  </a:path>
                </a:pathLst>
              </a:custGeom>
              <a:solidFill>
                <a:srgbClr val="06194C">
                  <a:alpha val="13725"/>
                </a:srgbClr>
              </a:solidFill>
            </p:spPr>
            <p:txBody>
              <a:bodyPr/>
              <a:lstStyle/>
              <a:p>
                <a:endParaRPr lang="es-CO"/>
              </a:p>
            </p:txBody>
          </p:sp>
          <p:sp>
            <p:nvSpPr>
              <p:cNvPr id="105" name="TextBox 105"/>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06" name="Group 106"/>
            <p:cNvGrpSpPr/>
            <p:nvPr/>
          </p:nvGrpSpPr>
          <p:grpSpPr>
            <a:xfrm>
              <a:off x="1005753" y="2236648"/>
              <a:ext cx="315734" cy="318358"/>
              <a:chOff x="0" y="0"/>
              <a:chExt cx="842671" cy="849742"/>
            </a:xfrm>
          </p:grpSpPr>
          <p:sp>
            <p:nvSpPr>
              <p:cNvPr id="107" name="Freeform 107"/>
              <p:cNvSpPr/>
              <p:nvPr/>
            </p:nvSpPr>
            <p:spPr>
              <a:xfrm>
                <a:off x="0" y="0"/>
                <a:ext cx="842671" cy="849742"/>
              </a:xfrm>
              <a:custGeom>
                <a:avLst/>
                <a:gdLst/>
                <a:ahLst/>
                <a:cxnLst/>
                <a:rect l="l" t="t" r="r" b="b"/>
                <a:pathLst>
                  <a:path w="842671" h="849742">
                    <a:moveTo>
                      <a:pt x="842671" y="81285"/>
                    </a:moveTo>
                    <a:lnTo>
                      <a:pt x="842671" y="768457"/>
                    </a:lnTo>
                    <a:cubicBezTo>
                      <a:pt x="842671" y="790015"/>
                      <a:pt x="834107" y="810690"/>
                      <a:pt x="818863" y="825934"/>
                    </a:cubicBezTo>
                    <a:cubicBezTo>
                      <a:pt x="803620" y="841178"/>
                      <a:pt x="782944" y="849742"/>
                      <a:pt x="761386" y="849742"/>
                    </a:cubicBezTo>
                    <a:lnTo>
                      <a:pt x="81285" y="849742"/>
                    </a:lnTo>
                    <a:cubicBezTo>
                      <a:pt x="36392" y="849742"/>
                      <a:pt x="0" y="813349"/>
                      <a:pt x="0" y="768457"/>
                    </a:cubicBezTo>
                    <a:lnTo>
                      <a:pt x="0" y="81285"/>
                    </a:lnTo>
                    <a:cubicBezTo>
                      <a:pt x="0" y="36392"/>
                      <a:pt x="36392" y="0"/>
                      <a:pt x="81285" y="0"/>
                    </a:cubicBezTo>
                    <a:lnTo>
                      <a:pt x="761386" y="0"/>
                    </a:lnTo>
                    <a:cubicBezTo>
                      <a:pt x="806279" y="0"/>
                      <a:pt x="842671" y="36392"/>
                      <a:pt x="842671" y="81285"/>
                    </a:cubicBezTo>
                    <a:close/>
                  </a:path>
                </a:pathLst>
              </a:custGeom>
              <a:solidFill>
                <a:srgbClr val="612C9E">
                  <a:alpha val="13725"/>
                </a:srgbClr>
              </a:solidFill>
            </p:spPr>
            <p:txBody>
              <a:bodyPr/>
              <a:lstStyle/>
              <a:p>
                <a:endParaRPr lang="es-CO"/>
              </a:p>
            </p:txBody>
          </p:sp>
          <p:sp>
            <p:nvSpPr>
              <p:cNvPr id="108" name="TextBox 108"/>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09" name="Group 109"/>
            <p:cNvGrpSpPr/>
            <p:nvPr/>
          </p:nvGrpSpPr>
          <p:grpSpPr>
            <a:xfrm>
              <a:off x="572515" y="3232915"/>
              <a:ext cx="248041" cy="250102"/>
              <a:chOff x="0" y="0"/>
              <a:chExt cx="842671" cy="849742"/>
            </a:xfrm>
          </p:grpSpPr>
          <p:sp>
            <p:nvSpPr>
              <p:cNvPr id="110" name="Freeform 110"/>
              <p:cNvSpPr/>
              <p:nvPr/>
            </p:nvSpPr>
            <p:spPr>
              <a:xfrm>
                <a:off x="0" y="0"/>
                <a:ext cx="842671" cy="849742"/>
              </a:xfrm>
              <a:custGeom>
                <a:avLst/>
                <a:gdLst/>
                <a:ahLst/>
                <a:cxnLst/>
                <a:rect l="l" t="t" r="r" b="b"/>
                <a:pathLst>
                  <a:path w="842671" h="849742">
                    <a:moveTo>
                      <a:pt x="842671" y="103468"/>
                    </a:moveTo>
                    <a:lnTo>
                      <a:pt x="842671" y="746274"/>
                    </a:lnTo>
                    <a:cubicBezTo>
                      <a:pt x="842671" y="773715"/>
                      <a:pt x="831770" y="800033"/>
                      <a:pt x="812366" y="819437"/>
                    </a:cubicBezTo>
                    <a:cubicBezTo>
                      <a:pt x="792962" y="838841"/>
                      <a:pt x="766644" y="849742"/>
                      <a:pt x="739203" y="849742"/>
                    </a:cubicBezTo>
                    <a:lnTo>
                      <a:pt x="103468" y="849742"/>
                    </a:lnTo>
                    <a:cubicBezTo>
                      <a:pt x="76027" y="849742"/>
                      <a:pt x="49709" y="838841"/>
                      <a:pt x="30305" y="819437"/>
                    </a:cubicBezTo>
                    <a:cubicBezTo>
                      <a:pt x="10901" y="800033"/>
                      <a:pt x="0" y="773715"/>
                      <a:pt x="0" y="746274"/>
                    </a:cubicBezTo>
                    <a:lnTo>
                      <a:pt x="0" y="103468"/>
                    </a:lnTo>
                    <a:cubicBezTo>
                      <a:pt x="0" y="76027"/>
                      <a:pt x="10901" y="49709"/>
                      <a:pt x="30305" y="30305"/>
                    </a:cubicBezTo>
                    <a:cubicBezTo>
                      <a:pt x="49709" y="10901"/>
                      <a:pt x="76027" y="0"/>
                      <a:pt x="103468" y="0"/>
                    </a:cubicBezTo>
                    <a:lnTo>
                      <a:pt x="739203" y="0"/>
                    </a:lnTo>
                    <a:cubicBezTo>
                      <a:pt x="766644" y="0"/>
                      <a:pt x="792962" y="10901"/>
                      <a:pt x="812366" y="30305"/>
                    </a:cubicBezTo>
                    <a:cubicBezTo>
                      <a:pt x="831770" y="49709"/>
                      <a:pt x="842671" y="76027"/>
                      <a:pt x="842671" y="103468"/>
                    </a:cubicBezTo>
                    <a:close/>
                  </a:path>
                </a:pathLst>
              </a:custGeom>
              <a:solidFill>
                <a:srgbClr val="612C9E">
                  <a:alpha val="13725"/>
                </a:srgbClr>
              </a:solidFill>
            </p:spPr>
            <p:txBody>
              <a:bodyPr/>
              <a:lstStyle/>
              <a:p>
                <a:endParaRPr lang="es-CO"/>
              </a:p>
            </p:txBody>
          </p:sp>
          <p:sp>
            <p:nvSpPr>
              <p:cNvPr id="111" name="TextBox 111"/>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12" name="Group 112"/>
            <p:cNvGrpSpPr/>
            <p:nvPr/>
          </p:nvGrpSpPr>
          <p:grpSpPr>
            <a:xfrm>
              <a:off x="667125" y="3797826"/>
              <a:ext cx="120575" cy="121577"/>
              <a:chOff x="0" y="0"/>
              <a:chExt cx="842671" cy="849742"/>
            </a:xfrm>
          </p:grpSpPr>
          <p:sp>
            <p:nvSpPr>
              <p:cNvPr id="113" name="Freeform 113"/>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13725"/>
                </a:srgbClr>
              </a:solidFill>
            </p:spPr>
            <p:txBody>
              <a:bodyPr/>
              <a:lstStyle/>
              <a:p>
                <a:endParaRPr lang="es-CO"/>
              </a:p>
            </p:txBody>
          </p:sp>
          <p:sp>
            <p:nvSpPr>
              <p:cNvPr id="114" name="TextBox 114"/>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15" name="Group 115"/>
            <p:cNvGrpSpPr/>
            <p:nvPr/>
          </p:nvGrpSpPr>
          <p:grpSpPr>
            <a:xfrm>
              <a:off x="213655" y="3310562"/>
              <a:ext cx="94027" cy="94808"/>
              <a:chOff x="0" y="0"/>
              <a:chExt cx="842671" cy="849742"/>
            </a:xfrm>
          </p:grpSpPr>
          <p:sp>
            <p:nvSpPr>
              <p:cNvPr id="116" name="Freeform 116"/>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13725"/>
                </a:srgbClr>
              </a:solidFill>
            </p:spPr>
            <p:txBody>
              <a:bodyPr/>
              <a:lstStyle/>
              <a:p>
                <a:endParaRPr lang="es-CO"/>
              </a:p>
            </p:txBody>
          </p:sp>
          <p:sp>
            <p:nvSpPr>
              <p:cNvPr id="117" name="TextBox 117"/>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18" name="Group 118"/>
            <p:cNvGrpSpPr/>
            <p:nvPr/>
          </p:nvGrpSpPr>
          <p:grpSpPr>
            <a:xfrm>
              <a:off x="1615406" y="2929020"/>
              <a:ext cx="94027" cy="94808"/>
              <a:chOff x="0" y="0"/>
              <a:chExt cx="842671" cy="849742"/>
            </a:xfrm>
          </p:grpSpPr>
          <p:sp>
            <p:nvSpPr>
              <p:cNvPr id="119" name="Freeform 119"/>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13725"/>
                </a:srgbClr>
              </a:solidFill>
            </p:spPr>
            <p:txBody>
              <a:bodyPr/>
              <a:lstStyle/>
              <a:p>
                <a:endParaRPr lang="es-CO"/>
              </a:p>
            </p:txBody>
          </p:sp>
          <p:sp>
            <p:nvSpPr>
              <p:cNvPr id="120" name="TextBox 120"/>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21" name="Group 121"/>
            <p:cNvGrpSpPr/>
            <p:nvPr/>
          </p:nvGrpSpPr>
          <p:grpSpPr>
            <a:xfrm>
              <a:off x="1013859" y="3174753"/>
              <a:ext cx="366449" cy="366426"/>
              <a:chOff x="0" y="0"/>
              <a:chExt cx="1033370" cy="1033387"/>
            </a:xfrm>
          </p:grpSpPr>
          <p:sp>
            <p:nvSpPr>
              <p:cNvPr id="122" name="Freeform 122"/>
              <p:cNvSpPr/>
              <p:nvPr/>
            </p:nvSpPr>
            <p:spPr>
              <a:xfrm>
                <a:off x="0" y="0"/>
                <a:ext cx="1033370" cy="1033387"/>
              </a:xfrm>
              <a:custGeom>
                <a:avLst/>
                <a:gdLst/>
                <a:ahLst/>
                <a:cxnLst/>
                <a:rect l="l" t="t" r="r" b="b"/>
                <a:pathLst>
                  <a:path w="1033370" h="1033387">
                    <a:moveTo>
                      <a:pt x="1033370" y="70035"/>
                    </a:moveTo>
                    <a:lnTo>
                      <a:pt x="1033370" y="963352"/>
                    </a:lnTo>
                    <a:cubicBezTo>
                      <a:pt x="1033370" y="981926"/>
                      <a:pt x="1025991" y="999740"/>
                      <a:pt x="1012857" y="1012874"/>
                    </a:cubicBezTo>
                    <a:cubicBezTo>
                      <a:pt x="999723" y="1026008"/>
                      <a:pt x="981909" y="1033387"/>
                      <a:pt x="963334" y="1033387"/>
                    </a:cubicBezTo>
                    <a:lnTo>
                      <a:pt x="70035" y="1033387"/>
                    </a:lnTo>
                    <a:cubicBezTo>
                      <a:pt x="51461" y="1033387"/>
                      <a:pt x="33647" y="1026008"/>
                      <a:pt x="20513" y="1012874"/>
                    </a:cubicBezTo>
                    <a:cubicBezTo>
                      <a:pt x="7379" y="999740"/>
                      <a:pt x="0" y="981926"/>
                      <a:pt x="0" y="963352"/>
                    </a:cubicBezTo>
                    <a:lnTo>
                      <a:pt x="0" y="70035"/>
                    </a:lnTo>
                    <a:cubicBezTo>
                      <a:pt x="0" y="51461"/>
                      <a:pt x="7379" y="33647"/>
                      <a:pt x="20513" y="20513"/>
                    </a:cubicBezTo>
                    <a:cubicBezTo>
                      <a:pt x="33647" y="7379"/>
                      <a:pt x="51461" y="0"/>
                      <a:pt x="70035" y="0"/>
                    </a:cubicBezTo>
                    <a:lnTo>
                      <a:pt x="963334" y="0"/>
                    </a:lnTo>
                    <a:cubicBezTo>
                      <a:pt x="981909" y="0"/>
                      <a:pt x="999723" y="7379"/>
                      <a:pt x="1012857" y="20513"/>
                    </a:cubicBezTo>
                    <a:cubicBezTo>
                      <a:pt x="1025991" y="33647"/>
                      <a:pt x="1033370" y="51461"/>
                      <a:pt x="1033370" y="70035"/>
                    </a:cubicBezTo>
                    <a:close/>
                  </a:path>
                </a:pathLst>
              </a:custGeom>
              <a:solidFill>
                <a:srgbClr val="612C9E">
                  <a:alpha val="13725"/>
                </a:srgbClr>
              </a:solidFill>
            </p:spPr>
            <p:txBody>
              <a:bodyPr/>
              <a:lstStyle/>
              <a:p>
                <a:endParaRPr lang="es-CO"/>
              </a:p>
            </p:txBody>
          </p:sp>
          <p:sp>
            <p:nvSpPr>
              <p:cNvPr id="123" name="TextBox 123"/>
              <p:cNvSpPr txBox="1"/>
              <p:nvPr/>
            </p:nvSpPr>
            <p:spPr>
              <a:xfrm>
                <a:off x="0" y="-57150"/>
                <a:ext cx="1033370" cy="1090537"/>
              </a:xfrm>
              <a:prstGeom prst="rect">
                <a:avLst/>
              </a:prstGeom>
            </p:spPr>
            <p:txBody>
              <a:bodyPr lIns="50800" tIns="50800" rIns="50800" bIns="50800" rtlCol="0" anchor="ctr"/>
              <a:lstStyle/>
              <a:p>
                <a:pPr algn="ctr">
                  <a:lnSpc>
                    <a:spcPts val="3639"/>
                  </a:lnSpc>
                  <a:spcBef>
                    <a:spcPct val="0"/>
                  </a:spcBef>
                </a:pPr>
                <a:endParaRPr/>
              </a:p>
            </p:txBody>
          </p:sp>
        </p:grpSp>
        <p:grpSp>
          <p:nvGrpSpPr>
            <p:cNvPr id="124" name="Group 124"/>
            <p:cNvGrpSpPr/>
            <p:nvPr/>
          </p:nvGrpSpPr>
          <p:grpSpPr>
            <a:xfrm>
              <a:off x="1499458" y="3200391"/>
              <a:ext cx="366449" cy="366426"/>
              <a:chOff x="0" y="0"/>
              <a:chExt cx="1033370" cy="1033387"/>
            </a:xfrm>
          </p:grpSpPr>
          <p:sp>
            <p:nvSpPr>
              <p:cNvPr id="125" name="Freeform 125"/>
              <p:cNvSpPr/>
              <p:nvPr/>
            </p:nvSpPr>
            <p:spPr>
              <a:xfrm>
                <a:off x="0" y="0"/>
                <a:ext cx="1033370" cy="1033387"/>
              </a:xfrm>
              <a:custGeom>
                <a:avLst/>
                <a:gdLst/>
                <a:ahLst/>
                <a:cxnLst/>
                <a:rect l="l" t="t" r="r" b="b"/>
                <a:pathLst>
                  <a:path w="1033370" h="1033387">
                    <a:moveTo>
                      <a:pt x="1033370" y="70035"/>
                    </a:moveTo>
                    <a:lnTo>
                      <a:pt x="1033370" y="963352"/>
                    </a:lnTo>
                    <a:cubicBezTo>
                      <a:pt x="1033370" y="981926"/>
                      <a:pt x="1025991" y="999740"/>
                      <a:pt x="1012857" y="1012874"/>
                    </a:cubicBezTo>
                    <a:cubicBezTo>
                      <a:pt x="999723" y="1026008"/>
                      <a:pt x="981909" y="1033387"/>
                      <a:pt x="963334" y="1033387"/>
                    </a:cubicBezTo>
                    <a:lnTo>
                      <a:pt x="70035" y="1033387"/>
                    </a:lnTo>
                    <a:cubicBezTo>
                      <a:pt x="51461" y="1033387"/>
                      <a:pt x="33647" y="1026008"/>
                      <a:pt x="20513" y="1012874"/>
                    </a:cubicBezTo>
                    <a:cubicBezTo>
                      <a:pt x="7379" y="999740"/>
                      <a:pt x="0" y="981926"/>
                      <a:pt x="0" y="963352"/>
                    </a:cubicBezTo>
                    <a:lnTo>
                      <a:pt x="0" y="70035"/>
                    </a:lnTo>
                    <a:cubicBezTo>
                      <a:pt x="0" y="51461"/>
                      <a:pt x="7379" y="33647"/>
                      <a:pt x="20513" y="20513"/>
                    </a:cubicBezTo>
                    <a:cubicBezTo>
                      <a:pt x="33647" y="7379"/>
                      <a:pt x="51461" y="0"/>
                      <a:pt x="70035" y="0"/>
                    </a:cubicBezTo>
                    <a:lnTo>
                      <a:pt x="963334" y="0"/>
                    </a:lnTo>
                    <a:cubicBezTo>
                      <a:pt x="981909" y="0"/>
                      <a:pt x="999723" y="7379"/>
                      <a:pt x="1012857" y="20513"/>
                    </a:cubicBezTo>
                    <a:cubicBezTo>
                      <a:pt x="1025991" y="33647"/>
                      <a:pt x="1033370" y="51461"/>
                      <a:pt x="1033370" y="70035"/>
                    </a:cubicBezTo>
                    <a:close/>
                  </a:path>
                </a:pathLst>
              </a:custGeom>
              <a:solidFill>
                <a:srgbClr val="5628A1">
                  <a:alpha val="13725"/>
                </a:srgbClr>
              </a:solidFill>
            </p:spPr>
            <p:txBody>
              <a:bodyPr/>
              <a:lstStyle/>
              <a:p>
                <a:endParaRPr lang="es-CO"/>
              </a:p>
            </p:txBody>
          </p:sp>
          <p:sp>
            <p:nvSpPr>
              <p:cNvPr id="126" name="TextBox 126"/>
              <p:cNvSpPr txBox="1"/>
              <p:nvPr/>
            </p:nvSpPr>
            <p:spPr>
              <a:xfrm>
                <a:off x="0" y="-57150"/>
                <a:ext cx="1033370" cy="1090537"/>
              </a:xfrm>
              <a:prstGeom prst="rect">
                <a:avLst/>
              </a:prstGeom>
            </p:spPr>
            <p:txBody>
              <a:bodyPr lIns="50800" tIns="50800" rIns="50800" bIns="50800" rtlCol="0" anchor="ctr"/>
              <a:lstStyle/>
              <a:p>
                <a:pPr algn="ctr">
                  <a:lnSpc>
                    <a:spcPts val="3639"/>
                  </a:lnSpc>
                  <a:spcBef>
                    <a:spcPct val="0"/>
                  </a:spcBef>
                </a:pPr>
                <a:endParaRPr/>
              </a:p>
            </p:txBody>
          </p:sp>
        </p:grpSp>
        <p:grpSp>
          <p:nvGrpSpPr>
            <p:cNvPr id="127" name="Group 127"/>
            <p:cNvGrpSpPr/>
            <p:nvPr/>
          </p:nvGrpSpPr>
          <p:grpSpPr>
            <a:xfrm>
              <a:off x="1084505" y="3707203"/>
              <a:ext cx="248041" cy="250102"/>
              <a:chOff x="0" y="0"/>
              <a:chExt cx="842671" cy="849742"/>
            </a:xfrm>
          </p:grpSpPr>
          <p:sp>
            <p:nvSpPr>
              <p:cNvPr id="128" name="Freeform 128"/>
              <p:cNvSpPr/>
              <p:nvPr/>
            </p:nvSpPr>
            <p:spPr>
              <a:xfrm>
                <a:off x="0" y="0"/>
                <a:ext cx="842671" cy="849742"/>
              </a:xfrm>
              <a:custGeom>
                <a:avLst/>
                <a:gdLst/>
                <a:ahLst/>
                <a:cxnLst/>
                <a:rect l="l" t="t" r="r" b="b"/>
                <a:pathLst>
                  <a:path w="842671" h="849742">
                    <a:moveTo>
                      <a:pt x="842671" y="103468"/>
                    </a:moveTo>
                    <a:lnTo>
                      <a:pt x="842671" y="746274"/>
                    </a:lnTo>
                    <a:cubicBezTo>
                      <a:pt x="842671" y="773715"/>
                      <a:pt x="831770" y="800033"/>
                      <a:pt x="812366" y="819437"/>
                    </a:cubicBezTo>
                    <a:cubicBezTo>
                      <a:pt x="792962" y="838841"/>
                      <a:pt x="766644" y="849742"/>
                      <a:pt x="739203" y="849742"/>
                    </a:cubicBezTo>
                    <a:lnTo>
                      <a:pt x="103468" y="849742"/>
                    </a:lnTo>
                    <a:cubicBezTo>
                      <a:pt x="76027" y="849742"/>
                      <a:pt x="49709" y="838841"/>
                      <a:pt x="30305" y="819437"/>
                    </a:cubicBezTo>
                    <a:cubicBezTo>
                      <a:pt x="10901" y="800033"/>
                      <a:pt x="0" y="773715"/>
                      <a:pt x="0" y="746274"/>
                    </a:cubicBezTo>
                    <a:lnTo>
                      <a:pt x="0" y="103468"/>
                    </a:lnTo>
                    <a:cubicBezTo>
                      <a:pt x="0" y="76027"/>
                      <a:pt x="10901" y="49709"/>
                      <a:pt x="30305" y="30305"/>
                    </a:cubicBezTo>
                    <a:cubicBezTo>
                      <a:pt x="49709" y="10901"/>
                      <a:pt x="76027" y="0"/>
                      <a:pt x="103468" y="0"/>
                    </a:cubicBezTo>
                    <a:lnTo>
                      <a:pt x="739203" y="0"/>
                    </a:lnTo>
                    <a:cubicBezTo>
                      <a:pt x="766644" y="0"/>
                      <a:pt x="792962" y="10901"/>
                      <a:pt x="812366" y="30305"/>
                    </a:cubicBezTo>
                    <a:cubicBezTo>
                      <a:pt x="831770" y="49709"/>
                      <a:pt x="842671" y="76027"/>
                      <a:pt x="842671" y="103468"/>
                    </a:cubicBezTo>
                    <a:close/>
                  </a:path>
                </a:pathLst>
              </a:custGeom>
              <a:solidFill>
                <a:srgbClr val="47258E">
                  <a:alpha val="13725"/>
                </a:srgbClr>
              </a:solidFill>
            </p:spPr>
            <p:txBody>
              <a:bodyPr/>
              <a:lstStyle/>
              <a:p>
                <a:endParaRPr lang="es-CO"/>
              </a:p>
            </p:txBody>
          </p:sp>
          <p:sp>
            <p:nvSpPr>
              <p:cNvPr id="129" name="TextBox 129"/>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30" name="Group 130"/>
            <p:cNvGrpSpPr/>
            <p:nvPr/>
          </p:nvGrpSpPr>
          <p:grpSpPr>
            <a:xfrm>
              <a:off x="88425" y="2729974"/>
              <a:ext cx="248041" cy="250102"/>
              <a:chOff x="0" y="0"/>
              <a:chExt cx="842671" cy="849742"/>
            </a:xfrm>
          </p:grpSpPr>
          <p:sp>
            <p:nvSpPr>
              <p:cNvPr id="131" name="Freeform 131"/>
              <p:cNvSpPr/>
              <p:nvPr/>
            </p:nvSpPr>
            <p:spPr>
              <a:xfrm>
                <a:off x="0" y="0"/>
                <a:ext cx="842671" cy="849742"/>
              </a:xfrm>
              <a:custGeom>
                <a:avLst/>
                <a:gdLst/>
                <a:ahLst/>
                <a:cxnLst/>
                <a:rect l="l" t="t" r="r" b="b"/>
                <a:pathLst>
                  <a:path w="842671" h="849742">
                    <a:moveTo>
                      <a:pt x="842671" y="103468"/>
                    </a:moveTo>
                    <a:lnTo>
                      <a:pt x="842671" y="746274"/>
                    </a:lnTo>
                    <a:cubicBezTo>
                      <a:pt x="842671" y="773715"/>
                      <a:pt x="831770" y="800033"/>
                      <a:pt x="812366" y="819437"/>
                    </a:cubicBezTo>
                    <a:cubicBezTo>
                      <a:pt x="792962" y="838841"/>
                      <a:pt x="766644" y="849742"/>
                      <a:pt x="739203" y="849742"/>
                    </a:cubicBezTo>
                    <a:lnTo>
                      <a:pt x="103468" y="849742"/>
                    </a:lnTo>
                    <a:cubicBezTo>
                      <a:pt x="76027" y="849742"/>
                      <a:pt x="49709" y="838841"/>
                      <a:pt x="30305" y="819437"/>
                    </a:cubicBezTo>
                    <a:cubicBezTo>
                      <a:pt x="10901" y="800033"/>
                      <a:pt x="0" y="773715"/>
                      <a:pt x="0" y="746274"/>
                    </a:cubicBezTo>
                    <a:lnTo>
                      <a:pt x="0" y="103468"/>
                    </a:lnTo>
                    <a:cubicBezTo>
                      <a:pt x="0" y="76027"/>
                      <a:pt x="10901" y="49709"/>
                      <a:pt x="30305" y="30305"/>
                    </a:cubicBezTo>
                    <a:cubicBezTo>
                      <a:pt x="49709" y="10901"/>
                      <a:pt x="76027" y="0"/>
                      <a:pt x="103468" y="0"/>
                    </a:cubicBezTo>
                    <a:lnTo>
                      <a:pt x="739203" y="0"/>
                    </a:lnTo>
                    <a:cubicBezTo>
                      <a:pt x="766644" y="0"/>
                      <a:pt x="792962" y="10901"/>
                      <a:pt x="812366" y="30305"/>
                    </a:cubicBezTo>
                    <a:cubicBezTo>
                      <a:pt x="831770" y="49709"/>
                      <a:pt x="842671" y="76027"/>
                      <a:pt x="842671" y="103468"/>
                    </a:cubicBezTo>
                    <a:close/>
                  </a:path>
                </a:pathLst>
              </a:custGeom>
              <a:solidFill>
                <a:srgbClr val="47258E">
                  <a:alpha val="13725"/>
                </a:srgbClr>
              </a:solidFill>
            </p:spPr>
            <p:txBody>
              <a:bodyPr/>
              <a:lstStyle/>
              <a:p>
                <a:endParaRPr lang="es-CO"/>
              </a:p>
            </p:txBody>
          </p:sp>
          <p:sp>
            <p:nvSpPr>
              <p:cNvPr id="132" name="TextBox 132"/>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33" name="Group 133"/>
            <p:cNvGrpSpPr/>
            <p:nvPr/>
          </p:nvGrpSpPr>
          <p:grpSpPr>
            <a:xfrm>
              <a:off x="478279" y="1768966"/>
              <a:ext cx="300557" cy="303055"/>
              <a:chOff x="0" y="0"/>
              <a:chExt cx="842671" cy="849742"/>
            </a:xfrm>
          </p:grpSpPr>
          <p:sp>
            <p:nvSpPr>
              <p:cNvPr id="134" name="Freeform 134"/>
              <p:cNvSpPr/>
              <p:nvPr/>
            </p:nvSpPr>
            <p:spPr>
              <a:xfrm>
                <a:off x="0" y="0"/>
                <a:ext cx="842671" cy="849742"/>
              </a:xfrm>
              <a:custGeom>
                <a:avLst/>
                <a:gdLst/>
                <a:ahLst/>
                <a:cxnLst/>
                <a:rect l="l" t="t" r="r" b="b"/>
                <a:pathLst>
                  <a:path w="842671" h="849742">
                    <a:moveTo>
                      <a:pt x="842671" y="85389"/>
                    </a:moveTo>
                    <a:lnTo>
                      <a:pt x="842671" y="764353"/>
                    </a:lnTo>
                    <a:cubicBezTo>
                      <a:pt x="842671" y="786999"/>
                      <a:pt x="833675" y="808718"/>
                      <a:pt x="817661" y="824732"/>
                    </a:cubicBezTo>
                    <a:cubicBezTo>
                      <a:pt x="801648" y="840745"/>
                      <a:pt x="779929" y="849742"/>
                      <a:pt x="757282" y="849742"/>
                    </a:cubicBezTo>
                    <a:lnTo>
                      <a:pt x="85389" y="849742"/>
                    </a:lnTo>
                    <a:cubicBezTo>
                      <a:pt x="38230" y="849742"/>
                      <a:pt x="0" y="811512"/>
                      <a:pt x="0" y="764353"/>
                    </a:cubicBezTo>
                    <a:lnTo>
                      <a:pt x="0" y="85389"/>
                    </a:lnTo>
                    <a:cubicBezTo>
                      <a:pt x="0" y="38230"/>
                      <a:pt x="38230" y="0"/>
                      <a:pt x="85389" y="0"/>
                    </a:cubicBezTo>
                    <a:lnTo>
                      <a:pt x="757282" y="0"/>
                    </a:lnTo>
                    <a:cubicBezTo>
                      <a:pt x="804441" y="0"/>
                      <a:pt x="842671" y="38230"/>
                      <a:pt x="842671" y="85389"/>
                    </a:cubicBezTo>
                    <a:close/>
                  </a:path>
                </a:pathLst>
              </a:custGeom>
              <a:solidFill>
                <a:srgbClr val="612C9E">
                  <a:alpha val="13725"/>
                </a:srgbClr>
              </a:solidFill>
            </p:spPr>
            <p:txBody>
              <a:bodyPr/>
              <a:lstStyle/>
              <a:p>
                <a:endParaRPr lang="es-CO"/>
              </a:p>
            </p:txBody>
          </p:sp>
          <p:sp>
            <p:nvSpPr>
              <p:cNvPr id="135" name="TextBox 135"/>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36" name="Group 136"/>
            <p:cNvGrpSpPr/>
            <p:nvPr/>
          </p:nvGrpSpPr>
          <p:grpSpPr>
            <a:xfrm>
              <a:off x="438848" y="1306168"/>
              <a:ext cx="339987" cy="342813"/>
              <a:chOff x="0" y="0"/>
              <a:chExt cx="842671" cy="849742"/>
            </a:xfrm>
          </p:grpSpPr>
          <p:sp>
            <p:nvSpPr>
              <p:cNvPr id="137" name="Freeform 137"/>
              <p:cNvSpPr/>
              <p:nvPr/>
            </p:nvSpPr>
            <p:spPr>
              <a:xfrm>
                <a:off x="0" y="0"/>
                <a:ext cx="842671" cy="849742"/>
              </a:xfrm>
              <a:custGeom>
                <a:avLst/>
                <a:gdLst/>
                <a:ahLst/>
                <a:cxnLst/>
                <a:rect l="l" t="t" r="r" b="b"/>
                <a:pathLst>
                  <a:path w="842671" h="849742">
                    <a:moveTo>
                      <a:pt x="842671" y="75486"/>
                    </a:moveTo>
                    <a:lnTo>
                      <a:pt x="842671" y="774256"/>
                    </a:lnTo>
                    <a:cubicBezTo>
                      <a:pt x="842671" y="794276"/>
                      <a:pt x="834718" y="813476"/>
                      <a:pt x="820562" y="827632"/>
                    </a:cubicBezTo>
                    <a:cubicBezTo>
                      <a:pt x="806405" y="841789"/>
                      <a:pt x="787205" y="849742"/>
                      <a:pt x="767185" y="849742"/>
                    </a:cubicBezTo>
                    <a:lnTo>
                      <a:pt x="75486" y="849742"/>
                    </a:lnTo>
                    <a:cubicBezTo>
                      <a:pt x="33796" y="849742"/>
                      <a:pt x="0" y="815946"/>
                      <a:pt x="0" y="774256"/>
                    </a:cubicBezTo>
                    <a:lnTo>
                      <a:pt x="0" y="75486"/>
                    </a:lnTo>
                    <a:cubicBezTo>
                      <a:pt x="0" y="55466"/>
                      <a:pt x="7953" y="36266"/>
                      <a:pt x="22109" y="22109"/>
                    </a:cubicBezTo>
                    <a:cubicBezTo>
                      <a:pt x="36266" y="7953"/>
                      <a:pt x="55466" y="0"/>
                      <a:pt x="75486" y="0"/>
                    </a:cubicBezTo>
                    <a:lnTo>
                      <a:pt x="767185" y="0"/>
                    </a:lnTo>
                    <a:cubicBezTo>
                      <a:pt x="787205" y="0"/>
                      <a:pt x="806405" y="7953"/>
                      <a:pt x="820562" y="22109"/>
                    </a:cubicBezTo>
                    <a:cubicBezTo>
                      <a:pt x="834718" y="36266"/>
                      <a:pt x="842671" y="55466"/>
                      <a:pt x="842671" y="75486"/>
                    </a:cubicBezTo>
                    <a:close/>
                  </a:path>
                </a:pathLst>
              </a:custGeom>
              <a:solidFill>
                <a:srgbClr val="5628A1">
                  <a:alpha val="13725"/>
                </a:srgbClr>
              </a:solidFill>
            </p:spPr>
            <p:txBody>
              <a:bodyPr/>
              <a:lstStyle/>
              <a:p>
                <a:endParaRPr lang="es-CO"/>
              </a:p>
            </p:txBody>
          </p:sp>
          <p:sp>
            <p:nvSpPr>
              <p:cNvPr id="138" name="TextBox 138"/>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39" name="Group 139"/>
            <p:cNvGrpSpPr/>
            <p:nvPr/>
          </p:nvGrpSpPr>
          <p:grpSpPr>
            <a:xfrm>
              <a:off x="1380308" y="1849996"/>
              <a:ext cx="94027" cy="94808"/>
              <a:chOff x="0" y="0"/>
              <a:chExt cx="842671" cy="849742"/>
            </a:xfrm>
          </p:grpSpPr>
          <p:sp>
            <p:nvSpPr>
              <p:cNvPr id="140" name="Freeform 140"/>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13725"/>
                </a:srgbClr>
              </a:solidFill>
            </p:spPr>
            <p:txBody>
              <a:bodyPr/>
              <a:lstStyle/>
              <a:p>
                <a:endParaRPr lang="es-CO"/>
              </a:p>
            </p:txBody>
          </p:sp>
          <p:sp>
            <p:nvSpPr>
              <p:cNvPr id="141" name="TextBox 141"/>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42" name="Group 142"/>
            <p:cNvGrpSpPr/>
            <p:nvPr/>
          </p:nvGrpSpPr>
          <p:grpSpPr>
            <a:xfrm>
              <a:off x="1529619" y="3667892"/>
              <a:ext cx="366449" cy="366426"/>
              <a:chOff x="0" y="0"/>
              <a:chExt cx="1033370" cy="1033387"/>
            </a:xfrm>
          </p:grpSpPr>
          <p:sp>
            <p:nvSpPr>
              <p:cNvPr id="143" name="Freeform 143"/>
              <p:cNvSpPr/>
              <p:nvPr/>
            </p:nvSpPr>
            <p:spPr>
              <a:xfrm>
                <a:off x="0" y="0"/>
                <a:ext cx="1033370" cy="1033387"/>
              </a:xfrm>
              <a:custGeom>
                <a:avLst/>
                <a:gdLst/>
                <a:ahLst/>
                <a:cxnLst/>
                <a:rect l="l" t="t" r="r" b="b"/>
                <a:pathLst>
                  <a:path w="1033370" h="1033387">
                    <a:moveTo>
                      <a:pt x="1033370" y="70035"/>
                    </a:moveTo>
                    <a:lnTo>
                      <a:pt x="1033370" y="963352"/>
                    </a:lnTo>
                    <a:cubicBezTo>
                      <a:pt x="1033370" y="981926"/>
                      <a:pt x="1025991" y="999740"/>
                      <a:pt x="1012857" y="1012874"/>
                    </a:cubicBezTo>
                    <a:cubicBezTo>
                      <a:pt x="999723" y="1026008"/>
                      <a:pt x="981909" y="1033387"/>
                      <a:pt x="963334" y="1033387"/>
                    </a:cubicBezTo>
                    <a:lnTo>
                      <a:pt x="70035" y="1033387"/>
                    </a:lnTo>
                    <a:cubicBezTo>
                      <a:pt x="51461" y="1033387"/>
                      <a:pt x="33647" y="1026008"/>
                      <a:pt x="20513" y="1012874"/>
                    </a:cubicBezTo>
                    <a:cubicBezTo>
                      <a:pt x="7379" y="999740"/>
                      <a:pt x="0" y="981926"/>
                      <a:pt x="0" y="963352"/>
                    </a:cubicBezTo>
                    <a:lnTo>
                      <a:pt x="0" y="70035"/>
                    </a:lnTo>
                    <a:cubicBezTo>
                      <a:pt x="0" y="51461"/>
                      <a:pt x="7379" y="33647"/>
                      <a:pt x="20513" y="20513"/>
                    </a:cubicBezTo>
                    <a:cubicBezTo>
                      <a:pt x="33647" y="7379"/>
                      <a:pt x="51461" y="0"/>
                      <a:pt x="70035" y="0"/>
                    </a:cubicBezTo>
                    <a:lnTo>
                      <a:pt x="963334" y="0"/>
                    </a:lnTo>
                    <a:cubicBezTo>
                      <a:pt x="981909" y="0"/>
                      <a:pt x="999723" y="7379"/>
                      <a:pt x="1012857" y="20513"/>
                    </a:cubicBezTo>
                    <a:cubicBezTo>
                      <a:pt x="1025991" y="33647"/>
                      <a:pt x="1033370" y="51461"/>
                      <a:pt x="1033370" y="70035"/>
                    </a:cubicBezTo>
                    <a:close/>
                  </a:path>
                </a:pathLst>
              </a:custGeom>
              <a:solidFill>
                <a:srgbClr val="612C9E">
                  <a:alpha val="13725"/>
                </a:srgbClr>
              </a:solidFill>
            </p:spPr>
            <p:txBody>
              <a:bodyPr/>
              <a:lstStyle/>
              <a:p>
                <a:endParaRPr lang="es-CO"/>
              </a:p>
            </p:txBody>
          </p:sp>
          <p:sp>
            <p:nvSpPr>
              <p:cNvPr id="144" name="TextBox 144"/>
              <p:cNvSpPr txBox="1"/>
              <p:nvPr/>
            </p:nvSpPr>
            <p:spPr>
              <a:xfrm>
                <a:off x="0" y="-57150"/>
                <a:ext cx="1033370" cy="1090537"/>
              </a:xfrm>
              <a:prstGeom prst="rect">
                <a:avLst/>
              </a:prstGeom>
            </p:spPr>
            <p:txBody>
              <a:bodyPr lIns="50800" tIns="50800" rIns="50800" bIns="50800" rtlCol="0" anchor="ctr"/>
              <a:lstStyle/>
              <a:p>
                <a:pPr algn="ctr">
                  <a:lnSpc>
                    <a:spcPts val="3639"/>
                  </a:lnSpc>
                  <a:spcBef>
                    <a:spcPct val="0"/>
                  </a:spcBef>
                </a:pPr>
                <a:endParaRPr/>
              </a:p>
            </p:txBody>
          </p:sp>
        </p:grpSp>
        <p:grpSp>
          <p:nvGrpSpPr>
            <p:cNvPr id="145" name="Group 145"/>
            <p:cNvGrpSpPr/>
            <p:nvPr/>
          </p:nvGrpSpPr>
          <p:grpSpPr>
            <a:xfrm>
              <a:off x="1353759" y="4162779"/>
              <a:ext cx="120575" cy="121577"/>
              <a:chOff x="0" y="0"/>
              <a:chExt cx="842671" cy="849742"/>
            </a:xfrm>
          </p:grpSpPr>
          <p:sp>
            <p:nvSpPr>
              <p:cNvPr id="146" name="Freeform 146"/>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13725"/>
                </a:srgbClr>
              </a:solidFill>
            </p:spPr>
            <p:txBody>
              <a:bodyPr/>
              <a:lstStyle/>
              <a:p>
                <a:endParaRPr lang="es-CO"/>
              </a:p>
            </p:txBody>
          </p:sp>
          <p:sp>
            <p:nvSpPr>
              <p:cNvPr id="147" name="TextBox 147"/>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48" name="Group 148"/>
            <p:cNvGrpSpPr/>
            <p:nvPr/>
          </p:nvGrpSpPr>
          <p:grpSpPr>
            <a:xfrm>
              <a:off x="31118" y="1797986"/>
              <a:ext cx="248041" cy="250102"/>
              <a:chOff x="0" y="0"/>
              <a:chExt cx="842671" cy="849742"/>
            </a:xfrm>
          </p:grpSpPr>
          <p:sp>
            <p:nvSpPr>
              <p:cNvPr id="149" name="Freeform 149"/>
              <p:cNvSpPr/>
              <p:nvPr/>
            </p:nvSpPr>
            <p:spPr>
              <a:xfrm>
                <a:off x="0" y="0"/>
                <a:ext cx="842671" cy="849742"/>
              </a:xfrm>
              <a:custGeom>
                <a:avLst/>
                <a:gdLst/>
                <a:ahLst/>
                <a:cxnLst/>
                <a:rect l="l" t="t" r="r" b="b"/>
                <a:pathLst>
                  <a:path w="842671" h="849742">
                    <a:moveTo>
                      <a:pt x="842671" y="103468"/>
                    </a:moveTo>
                    <a:lnTo>
                      <a:pt x="842671" y="746274"/>
                    </a:lnTo>
                    <a:cubicBezTo>
                      <a:pt x="842671" y="773715"/>
                      <a:pt x="831770" y="800033"/>
                      <a:pt x="812366" y="819437"/>
                    </a:cubicBezTo>
                    <a:cubicBezTo>
                      <a:pt x="792962" y="838841"/>
                      <a:pt x="766644" y="849742"/>
                      <a:pt x="739203" y="849742"/>
                    </a:cubicBezTo>
                    <a:lnTo>
                      <a:pt x="103468" y="849742"/>
                    </a:lnTo>
                    <a:cubicBezTo>
                      <a:pt x="76027" y="849742"/>
                      <a:pt x="49709" y="838841"/>
                      <a:pt x="30305" y="819437"/>
                    </a:cubicBezTo>
                    <a:cubicBezTo>
                      <a:pt x="10901" y="800033"/>
                      <a:pt x="0" y="773715"/>
                      <a:pt x="0" y="746274"/>
                    </a:cubicBezTo>
                    <a:lnTo>
                      <a:pt x="0" y="103468"/>
                    </a:lnTo>
                    <a:cubicBezTo>
                      <a:pt x="0" y="76027"/>
                      <a:pt x="10901" y="49709"/>
                      <a:pt x="30305" y="30305"/>
                    </a:cubicBezTo>
                    <a:cubicBezTo>
                      <a:pt x="49709" y="10901"/>
                      <a:pt x="76027" y="0"/>
                      <a:pt x="103468" y="0"/>
                    </a:cubicBezTo>
                    <a:lnTo>
                      <a:pt x="739203" y="0"/>
                    </a:lnTo>
                    <a:cubicBezTo>
                      <a:pt x="766644" y="0"/>
                      <a:pt x="792962" y="10901"/>
                      <a:pt x="812366" y="30305"/>
                    </a:cubicBezTo>
                    <a:cubicBezTo>
                      <a:pt x="831770" y="49709"/>
                      <a:pt x="842671" y="76027"/>
                      <a:pt x="842671" y="103468"/>
                    </a:cubicBezTo>
                    <a:close/>
                  </a:path>
                </a:pathLst>
              </a:custGeom>
              <a:solidFill>
                <a:srgbClr val="5628A1">
                  <a:alpha val="13725"/>
                </a:srgbClr>
              </a:solidFill>
            </p:spPr>
            <p:txBody>
              <a:bodyPr/>
              <a:lstStyle/>
              <a:p>
                <a:endParaRPr lang="es-CO"/>
              </a:p>
            </p:txBody>
          </p:sp>
          <p:sp>
            <p:nvSpPr>
              <p:cNvPr id="150" name="TextBox 150"/>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51" name="Group 151"/>
            <p:cNvGrpSpPr/>
            <p:nvPr/>
          </p:nvGrpSpPr>
          <p:grpSpPr>
            <a:xfrm>
              <a:off x="112155" y="2315393"/>
              <a:ext cx="120575" cy="121577"/>
              <a:chOff x="0" y="0"/>
              <a:chExt cx="842671" cy="849742"/>
            </a:xfrm>
          </p:grpSpPr>
          <p:sp>
            <p:nvSpPr>
              <p:cNvPr id="152" name="Freeform 152"/>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13725"/>
                </a:srgbClr>
              </a:solidFill>
            </p:spPr>
            <p:txBody>
              <a:bodyPr/>
              <a:lstStyle/>
              <a:p>
                <a:endParaRPr lang="es-CO"/>
              </a:p>
            </p:txBody>
          </p:sp>
          <p:sp>
            <p:nvSpPr>
              <p:cNvPr id="153" name="TextBox 153"/>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54" name="Group 154"/>
            <p:cNvGrpSpPr/>
            <p:nvPr/>
          </p:nvGrpSpPr>
          <p:grpSpPr>
            <a:xfrm>
              <a:off x="96025" y="1413410"/>
              <a:ext cx="94027" cy="94808"/>
              <a:chOff x="0" y="0"/>
              <a:chExt cx="842671" cy="849742"/>
            </a:xfrm>
          </p:grpSpPr>
          <p:sp>
            <p:nvSpPr>
              <p:cNvPr id="155" name="Freeform 155"/>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13725"/>
                </a:srgbClr>
              </a:solidFill>
            </p:spPr>
            <p:txBody>
              <a:bodyPr/>
              <a:lstStyle/>
              <a:p>
                <a:endParaRPr lang="es-CO"/>
              </a:p>
            </p:txBody>
          </p:sp>
          <p:sp>
            <p:nvSpPr>
              <p:cNvPr id="156" name="TextBox 156"/>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57" name="Group 157"/>
            <p:cNvGrpSpPr/>
            <p:nvPr/>
          </p:nvGrpSpPr>
          <p:grpSpPr>
            <a:xfrm>
              <a:off x="540906" y="485946"/>
              <a:ext cx="94027" cy="94808"/>
              <a:chOff x="0" y="0"/>
              <a:chExt cx="842671" cy="849742"/>
            </a:xfrm>
          </p:grpSpPr>
          <p:sp>
            <p:nvSpPr>
              <p:cNvPr id="158" name="Freeform 158"/>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E2EAC">
                  <a:alpha val="13725"/>
                </a:srgbClr>
              </a:solidFill>
            </p:spPr>
            <p:txBody>
              <a:bodyPr/>
              <a:lstStyle/>
              <a:p>
                <a:endParaRPr lang="es-CO"/>
              </a:p>
            </p:txBody>
          </p:sp>
          <p:sp>
            <p:nvSpPr>
              <p:cNvPr id="159" name="TextBox 159"/>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60" name="Group 160"/>
            <p:cNvGrpSpPr/>
            <p:nvPr/>
          </p:nvGrpSpPr>
          <p:grpSpPr>
            <a:xfrm>
              <a:off x="473754" y="0"/>
              <a:ext cx="232976" cy="234912"/>
              <a:chOff x="0" y="0"/>
              <a:chExt cx="842671" cy="849742"/>
            </a:xfrm>
          </p:grpSpPr>
          <p:sp>
            <p:nvSpPr>
              <p:cNvPr id="161" name="Freeform 161"/>
              <p:cNvSpPr/>
              <p:nvPr/>
            </p:nvSpPr>
            <p:spPr>
              <a:xfrm>
                <a:off x="0" y="0"/>
                <a:ext cx="842671" cy="849742"/>
              </a:xfrm>
              <a:custGeom>
                <a:avLst/>
                <a:gdLst/>
                <a:ahLst/>
                <a:cxnLst/>
                <a:rect l="l" t="t" r="r" b="b"/>
                <a:pathLst>
                  <a:path w="842671" h="849742">
                    <a:moveTo>
                      <a:pt x="842671" y="110159"/>
                    </a:moveTo>
                    <a:lnTo>
                      <a:pt x="842671" y="739583"/>
                    </a:lnTo>
                    <a:cubicBezTo>
                      <a:pt x="842671" y="768799"/>
                      <a:pt x="831065" y="796818"/>
                      <a:pt x="810406" y="817477"/>
                    </a:cubicBezTo>
                    <a:cubicBezTo>
                      <a:pt x="789748" y="838136"/>
                      <a:pt x="761728" y="849742"/>
                      <a:pt x="732512" y="849742"/>
                    </a:cubicBezTo>
                    <a:lnTo>
                      <a:pt x="110159" y="849742"/>
                    </a:lnTo>
                    <a:cubicBezTo>
                      <a:pt x="49320" y="849742"/>
                      <a:pt x="0" y="800422"/>
                      <a:pt x="0" y="739583"/>
                    </a:cubicBezTo>
                    <a:lnTo>
                      <a:pt x="0" y="110159"/>
                    </a:lnTo>
                    <a:cubicBezTo>
                      <a:pt x="0" y="49320"/>
                      <a:pt x="49320" y="0"/>
                      <a:pt x="110159" y="0"/>
                    </a:cubicBezTo>
                    <a:lnTo>
                      <a:pt x="732512" y="0"/>
                    </a:lnTo>
                    <a:cubicBezTo>
                      <a:pt x="793351" y="0"/>
                      <a:pt x="842671" y="49320"/>
                      <a:pt x="842671" y="110159"/>
                    </a:cubicBezTo>
                    <a:close/>
                  </a:path>
                </a:pathLst>
              </a:custGeom>
              <a:solidFill>
                <a:srgbClr val="06194C">
                  <a:alpha val="13725"/>
                </a:srgbClr>
              </a:solidFill>
            </p:spPr>
            <p:txBody>
              <a:bodyPr/>
              <a:lstStyle/>
              <a:p>
                <a:endParaRPr lang="es-CO"/>
              </a:p>
            </p:txBody>
          </p:sp>
          <p:sp>
            <p:nvSpPr>
              <p:cNvPr id="162" name="TextBox 162"/>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63" name="Group 163"/>
            <p:cNvGrpSpPr/>
            <p:nvPr/>
          </p:nvGrpSpPr>
          <p:grpSpPr>
            <a:xfrm>
              <a:off x="1358280" y="556826"/>
              <a:ext cx="94027" cy="94808"/>
              <a:chOff x="0" y="0"/>
              <a:chExt cx="842671" cy="849742"/>
            </a:xfrm>
          </p:grpSpPr>
          <p:sp>
            <p:nvSpPr>
              <p:cNvPr id="164" name="Freeform 164"/>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5628A1">
                  <a:alpha val="13725"/>
                </a:srgbClr>
              </a:solidFill>
            </p:spPr>
            <p:txBody>
              <a:bodyPr/>
              <a:lstStyle/>
              <a:p>
                <a:endParaRPr lang="es-CO"/>
              </a:p>
            </p:txBody>
          </p:sp>
          <p:sp>
            <p:nvSpPr>
              <p:cNvPr id="165" name="TextBox 165"/>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66" name="Group 166"/>
            <p:cNvGrpSpPr/>
            <p:nvPr/>
          </p:nvGrpSpPr>
          <p:grpSpPr>
            <a:xfrm>
              <a:off x="1376283" y="982102"/>
              <a:ext cx="63960" cy="64491"/>
              <a:chOff x="0" y="0"/>
              <a:chExt cx="842671" cy="849742"/>
            </a:xfrm>
          </p:grpSpPr>
          <p:sp>
            <p:nvSpPr>
              <p:cNvPr id="167" name="Freeform 167"/>
              <p:cNvSpPr/>
              <p:nvPr/>
            </p:nvSpPr>
            <p:spPr>
              <a:xfrm>
                <a:off x="0" y="0"/>
                <a:ext cx="842671" cy="849742"/>
              </a:xfrm>
              <a:custGeom>
                <a:avLst/>
                <a:gdLst/>
                <a:ahLst/>
                <a:cxnLst/>
                <a:rect l="l" t="t" r="r" b="b"/>
                <a:pathLst>
                  <a:path w="842671" h="849742">
                    <a:moveTo>
                      <a:pt x="842671" y="401257"/>
                    </a:moveTo>
                    <a:lnTo>
                      <a:pt x="842671" y="448485"/>
                    </a:lnTo>
                    <a:cubicBezTo>
                      <a:pt x="842671" y="670093"/>
                      <a:pt x="663022" y="849742"/>
                      <a:pt x="441414" y="849742"/>
                    </a:cubicBezTo>
                    <a:lnTo>
                      <a:pt x="401257" y="849742"/>
                    </a:lnTo>
                    <a:cubicBezTo>
                      <a:pt x="179649" y="849742"/>
                      <a:pt x="0" y="670093"/>
                      <a:pt x="0" y="448485"/>
                    </a:cubicBezTo>
                    <a:lnTo>
                      <a:pt x="0" y="401257"/>
                    </a:lnTo>
                    <a:cubicBezTo>
                      <a:pt x="0" y="179649"/>
                      <a:pt x="179649" y="0"/>
                      <a:pt x="401257" y="0"/>
                    </a:cubicBezTo>
                    <a:lnTo>
                      <a:pt x="441414" y="0"/>
                    </a:lnTo>
                    <a:cubicBezTo>
                      <a:pt x="663022" y="0"/>
                      <a:pt x="842671" y="179649"/>
                      <a:pt x="842671" y="401257"/>
                    </a:cubicBezTo>
                    <a:close/>
                  </a:path>
                </a:pathLst>
              </a:custGeom>
              <a:solidFill>
                <a:srgbClr val="612C9E">
                  <a:alpha val="13725"/>
                </a:srgbClr>
              </a:solidFill>
            </p:spPr>
            <p:txBody>
              <a:bodyPr/>
              <a:lstStyle/>
              <a:p>
                <a:endParaRPr lang="es-CO"/>
              </a:p>
            </p:txBody>
          </p:sp>
          <p:sp>
            <p:nvSpPr>
              <p:cNvPr id="168" name="TextBox 168"/>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69" name="Group 169"/>
            <p:cNvGrpSpPr/>
            <p:nvPr/>
          </p:nvGrpSpPr>
          <p:grpSpPr>
            <a:xfrm>
              <a:off x="464486" y="849222"/>
              <a:ext cx="264866" cy="267067"/>
              <a:chOff x="0" y="0"/>
              <a:chExt cx="842671" cy="849742"/>
            </a:xfrm>
          </p:grpSpPr>
          <p:sp>
            <p:nvSpPr>
              <p:cNvPr id="170" name="Freeform 170"/>
              <p:cNvSpPr/>
              <p:nvPr/>
            </p:nvSpPr>
            <p:spPr>
              <a:xfrm>
                <a:off x="0" y="0"/>
                <a:ext cx="842671" cy="849742"/>
              </a:xfrm>
              <a:custGeom>
                <a:avLst/>
                <a:gdLst/>
                <a:ahLst/>
                <a:cxnLst/>
                <a:rect l="l" t="t" r="r" b="b"/>
                <a:pathLst>
                  <a:path w="842671" h="849742">
                    <a:moveTo>
                      <a:pt x="842671" y="96896"/>
                    </a:moveTo>
                    <a:lnTo>
                      <a:pt x="842671" y="752846"/>
                    </a:lnTo>
                    <a:cubicBezTo>
                      <a:pt x="842671" y="778545"/>
                      <a:pt x="832463" y="803190"/>
                      <a:pt x="814291" y="821362"/>
                    </a:cubicBezTo>
                    <a:cubicBezTo>
                      <a:pt x="796120" y="839533"/>
                      <a:pt x="771474" y="849742"/>
                      <a:pt x="745776" y="849742"/>
                    </a:cubicBezTo>
                    <a:lnTo>
                      <a:pt x="96896" y="849742"/>
                    </a:lnTo>
                    <a:cubicBezTo>
                      <a:pt x="71197" y="849742"/>
                      <a:pt x="46551" y="839533"/>
                      <a:pt x="28380" y="821362"/>
                    </a:cubicBezTo>
                    <a:cubicBezTo>
                      <a:pt x="10209" y="803190"/>
                      <a:pt x="0" y="778545"/>
                      <a:pt x="0" y="752846"/>
                    </a:cubicBezTo>
                    <a:lnTo>
                      <a:pt x="0" y="96896"/>
                    </a:lnTo>
                    <a:cubicBezTo>
                      <a:pt x="0" y="71197"/>
                      <a:pt x="10209" y="46551"/>
                      <a:pt x="28380" y="28380"/>
                    </a:cubicBezTo>
                    <a:cubicBezTo>
                      <a:pt x="46551" y="10209"/>
                      <a:pt x="71197" y="0"/>
                      <a:pt x="96896" y="0"/>
                    </a:cubicBezTo>
                    <a:lnTo>
                      <a:pt x="745776" y="0"/>
                    </a:lnTo>
                    <a:cubicBezTo>
                      <a:pt x="771474" y="0"/>
                      <a:pt x="796120" y="10209"/>
                      <a:pt x="814291" y="28380"/>
                    </a:cubicBezTo>
                    <a:cubicBezTo>
                      <a:pt x="832463" y="46551"/>
                      <a:pt x="842671" y="71197"/>
                      <a:pt x="842671" y="96896"/>
                    </a:cubicBezTo>
                    <a:close/>
                  </a:path>
                </a:pathLst>
              </a:custGeom>
              <a:solidFill>
                <a:srgbClr val="612C9E">
                  <a:alpha val="13725"/>
                </a:srgbClr>
              </a:solidFill>
            </p:spPr>
            <p:txBody>
              <a:bodyPr/>
              <a:lstStyle/>
              <a:p>
                <a:endParaRPr lang="es-CO"/>
              </a:p>
            </p:txBody>
          </p:sp>
          <p:sp>
            <p:nvSpPr>
              <p:cNvPr id="171" name="TextBox 171"/>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72" name="Group 172"/>
            <p:cNvGrpSpPr/>
            <p:nvPr/>
          </p:nvGrpSpPr>
          <p:grpSpPr>
            <a:xfrm>
              <a:off x="0" y="935182"/>
              <a:ext cx="212303" cy="214067"/>
              <a:chOff x="0" y="0"/>
              <a:chExt cx="842671" cy="849742"/>
            </a:xfrm>
          </p:grpSpPr>
          <p:sp>
            <p:nvSpPr>
              <p:cNvPr id="173" name="Freeform 173"/>
              <p:cNvSpPr/>
              <p:nvPr/>
            </p:nvSpPr>
            <p:spPr>
              <a:xfrm>
                <a:off x="0" y="0"/>
                <a:ext cx="842671" cy="849742"/>
              </a:xfrm>
              <a:custGeom>
                <a:avLst/>
                <a:gdLst/>
                <a:ahLst/>
                <a:cxnLst/>
                <a:rect l="l" t="t" r="r" b="b"/>
                <a:pathLst>
                  <a:path w="842671" h="849742">
                    <a:moveTo>
                      <a:pt x="842671" y="120885"/>
                    </a:moveTo>
                    <a:lnTo>
                      <a:pt x="842671" y="728856"/>
                    </a:lnTo>
                    <a:cubicBezTo>
                      <a:pt x="842671" y="795620"/>
                      <a:pt x="788549" y="849742"/>
                      <a:pt x="721786" y="849742"/>
                    </a:cubicBezTo>
                    <a:lnTo>
                      <a:pt x="120885" y="849742"/>
                    </a:lnTo>
                    <a:cubicBezTo>
                      <a:pt x="54122" y="849742"/>
                      <a:pt x="0" y="795620"/>
                      <a:pt x="0" y="728856"/>
                    </a:cubicBezTo>
                    <a:lnTo>
                      <a:pt x="0" y="120885"/>
                    </a:lnTo>
                    <a:cubicBezTo>
                      <a:pt x="0" y="54122"/>
                      <a:pt x="54122" y="0"/>
                      <a:pt x="120885" y="0"/>
                    </a:cubicBezTo>
                    <a:lnTo>
                      <a:pt x="721786" y="0"/>
                    </a:lnTo>
                    <a:cubicBezTo>
                      <a:pt x="788549" y="0"/>
                      <a:pt x="842671" y="54122"/>
                      <a:pt x="842671" y="120885"/>
                    </a:cubicBezTo>
                    <a:close/>
                  </a:path>
                </a:pathLst>
              </a:custGeom>
              <a:solidFill>
                <a:srgbClr val="612C9E">
                  <a:alpha val="13725"/>
                </a:srgbClr>
              </a:solidFill>
            </p:spPr>
            <p:txBody>
              <a:bodyPr/>
              <a:lstStyle/>
              <a:p>
                <a:endParaRPr lang="es-CO"/>
              </a:p>
            </p:txBody>
          </p:sp>
          <p:sp>
            <p:nvSpPr>
              <p:cNvPr id="174" name="TextBox 174"/>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75" name="Group 175"/>
            <p:cNvGrpSpPr/>
            <p:nvPr/>
          </p:nvGrpSpPr>
          <p:grpSpPr>
            <a:xfrm>
              <a:off x="1307497" y="1337837"/>
              <a:ext cx="212303" cy="214067"/>
              <a:chOff x="0" y="0"/>
              <a:chExt cx="842671" cy="849742"/>
            </a:xfrm>
          </p:grpSpPr>
          <p:sp>
            <p:nvSpPr>
              <p:cNvPr id="176" name="Freeform 176"/>
              <p:cNvSpPr/>
              <p:nvPr/>
            </p:nvSpPr>
            <p:spPr>
              <a:xfrm>
                <a:off x="0" y="0"/>
                <a:ext cx="842671" cy="849742"/>
              </a:xfrm>
              <a:custGeom>
                <a:avLst/>
                <a:gdLst/>
                <a:ahLst/>
                <a:cxnLst/>
                <a:rect l="l" t="t" r="r" b="b"/>
                <a:pathLst>
                  <a:path w="842671" h="849742">
                    <a:moveTo>
                      <a:pt x="842671" y="120885"/>
                    </a:moveTo>
                    <a:lnTo>
                      <a:pt x="842671" y="728856"/>
                    </a:lnTo>
                    <a:cubicBezTo>
                      <a:pt x="842671" y="795620"/>
                      <a:pt x="788549" y="849742"/>
                      <a:pt x="721786" y="849742"/>
                    </a:cubicBezTo>
                    <a:lnTo>
                      <a:pt x="120885" y="849742"/>
                    </a:lnTo>
                    <a:cubicBezTo>
                      <a:pt x="54122" y="849742"/>
                      <a:pt x="0" y="795620"/>
                      <a:pt x="0" y="728856"/>
                    </a:cubicBezTo>
                    <a:lnTo>
                      <a:pt x="0" y="120885"/>
                    </a:lnTo>
                    <a:cubicBezTo>
                      <a:pt x="0" y="54122"/>
                      <a:pt x="54122" y="0"/>
                      <a:pt x="120885" y="0"/>
                    </a:cubicBezTo>
                    <a:lnTo>
                      <a:pt x="721786" y="0"/>
                    </a:lnTo>
                    <a:cubicBezTo>
                      <a:pt x="788549" y="0"/>
                      <a:pt x="842671" y="54122"/>
                      <a:pt x="842671" y="120885"/>
                    </a:cubicBezTo>
                    <a:close/>
                  </a:path>
                </a:pathLst>
              </a:custGeom>
              <a:solidFill>
                <a:srgbClr val="06194C">
                  <a:alpha val="13725"/>
                </a:srgbClr>
              </a:solidFill>
            </p:spPr>
            <p:txBody>
              <a:bodyPr/>
              <a:lstStyle/>
              <a:p>
                <a:endParaRPr lang="es-CO"/>
              </a:p>
            </p:txBody>
          </p:sp>
          <p:sp>
            <p:nvSpPr>
              <p:cNvPr id="177" name="TextBox 177"/>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78" name="Group 178"/>
            <p:cNvGrpSpPr/>
            <p:nvPr/>
          </p:nvGrpSpPr>
          <p:grpSpPr>
            <a:xfrm>
              <a:off x="2006525" y="3466533"/>
              <a:ext cx="212303" cy="214067"/>
              <a:chOff x="0" y="0"/>
              <a:chExt cx="842671" cy="849742"/>
            </a:xfrm>
          </p:grpSpPr>
          <p:sp>
            <p:nvSpPr>
              <p:cNvPr id="179" name="Freeform 179"/>
              <p:cNvSpPr/>
              <p:nvPr/>
            </p:nvSpPr>
            <p:spPr>
              <a:xfrm>
                <a:off x="0" y="0"/>
                <a:ext cx="842671" cy="849742"/>
              </a:xfrm>
              <a:custGeom>
                <a:avLst/>
                <a:gdLst/>
                <a:ahLst/>
                <a:cxnLst/>
                <a:rect l="l" t="t" r="r" b="b"/>
                <a:pathLst>
                  <a:path w="842671" h="849742">
                    <a:moveTo>
                      <a:pt x="842671" y="120885"/>
                    </a:moveTo>
                    <a:lnTo>
                      <a:pt x="842671" y="728856"/>
                    </a:lnTo>
                    <a:cubicBezTo>
                      <a:pt x="842671" y="795620"/>
                      <a:pt x="788549" y="849742"/>
                      <a:pt x="721786" y="849742"/>
                    </a:cubicBezTo>
                    <a:lnTo>
                      <a:pt x="120885" y="849742"/>
                    </a:lnTo>
                    <a:cubicBezTo>
                      <a:pt x="54122" y="849742"/>
                      <a:pt x="0" y="795620"/>
                      <a:pt x="0" y="728856"/>
                    </a:cubicBezTo>
                    <a:lnTo>
                      <a:pt x="0" y="120885"/>
                    </a:lnTo>
                    <a:cubicBezTo>
                      <a:pt x="0" y="54122"/>
                      <a:pt x="54122" y="0"/>
                      <a:pt x="120885" y="0"/>
                    </a:cubicBezTo>
                    <a:lnTo>
                      <a:pt x="721786" y="0"/>
                    </a:lnTo>
                    <a:cubicBezTo>
                      <a:pt x="788549" y="0"/>
                      <a:pt x="842671" y="54122"/>
                      <a:pt x="842671" y="120885"/>
                    </a:cubicBezTo>
                    <a:close/>
                  </a:path>
                </a:pathLst>
              </a:custGeom>
              <a:solidFill>
                <a:srgbClr val="06194C">
                  <a:alpha val="13725"/>
                </a:srgbClr>
              </a:solidFill>
            </p:spPr>
            <p:txBody>
              <a:bodyPr/>
              <a:lstStyle/>
              <a:p>
                <a:endParaRPr lang="es-CO"/>
              </a:p>
            </p:txBody>
          </p:sp>
          <p:sp>
            <p:nvSpPr>
              <p:cNvPr id="180" name="TextBox 180"/>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81" name="Group 181"/>
            <p:cNvGrpSpPr/>
            <p:nvPr/>
          </p:nvGrpSpPr>
          <p:grpSpPr>
            <a:xfrm>
              <a:off x="2293070" y="3756219"/>
              <a:ext cx="112800" cy="113737"/>
              <a:chOff x="0" y="0"/>
              <a:chExt cx="842671" cy="849742"/>
            </a:xfrm>
          </p:grpSpPr>
          <p:sp>
            <p:nvSpPr>
              <p:cNvPr id="182" name="Freeform 182"/>
              <p:cNvSpPr/>
              <p:nvPr/>
            </p:nvSpPr>
            <p:spPr>
              <a:xfrm>
                <a:off x="0" y="0"/>
                <a:ext cx="842671" cy="849742"/>
              </a:xfrm>
              <a:custGeom>
                <a:avLst/>
                <a:gdLst/>
                <a:ahLst/>
                <a:cxnLst/>
                <a:rect l="l" t="t" r="r" b="b"/>
                <a:pathLst>
                  <a:path w="842671" h="849742">
                    <a:moveTo>
                      <a:pt x="842671" y="227522"/>
                    </a:moveTo>
                    <a:lnTo>
                      <a:pt x="842671" y="622220"/>
                    </a:lnTo>
                    <a:cubicBezTo>
                      <a:pt x="842671" y="747877"/>
                      <a:pt x="740806" y="849742"/>
                      <a:pt x="615149" y="849742"/>
                    </a:cubicBezTo>
                    <a:lnTo>
                      <a:pt x="227522" y="849742"/>
                    </a:lnTo>
                    <a:cubicBezTo>
                      <a:pt x="101865" y="849742"/>
                      <a:pt x="0" y="747877"/>
                      <a:pt x="0" y="622220"/>
                    </a:cubicBezTo>
                    <a:lnTo>
                      <a:pt x="0" y="227522"/>
                    </a:lnTo>
                    <a:cubicBezTo>
                      <a:pt x="0" y="101865"/>
                      <a:pt x="101865" y="0"/>
                      <a:pt x="227522" y="0"/>
                    </a:cubicBezTo>
                    <a:lnTo>
                      <a:pt x="615149" y="0"/>
                    </a:lnTo>
                    <a:cubicBezTo>
                      <a:pt x="740806" y="0"/>
                      <a:pt x="842671" y="101865"/>
                      <a:pt x="842671" y="227522"/>
                    </a:cubicBezTo>
                    <a:close/>
                  </a:path>
                </a:pathLst>
              </a:custGeom>
              <a:solidFill>
                <a:srgbClr val="6E2EAC">
                  <a:alpha val="13725"/>
                </a:srgbClr>
              </a:solidFill>
            </p:spPr>
            <p:txBody>
              <a:bodyPr/>
              <a:lstStyle/>
              <a:p>
                <a:endParaRPr lang="es-CO"/>
              </a:p>
            </p:txBody>
          </p:sp>
          <p:sp>
            <p:nvSpPr>
              <p:cNvPr id="183" name="TextBox 183"/>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84" name="Group 184"/>
            <p:cNvGrpSpPr/>
            <p:nvPr/>
          </p:nvGrpSpPr>
          <p:grpSpPr>
            <a:xfrm>
              <a:off x="948576" y="1868678"/>
              <a:ext cx="212303" cy="214067"/>
              <a:chOff x="0" y="0"/>
              <a:chExt cx="842671" cy="849742"/>
            </a:xfrm>
          </p:grpSpPr>
          <p:sp>
            <p:nvSpPr>
              <p:cNvPr id="185" name="Freeform 185"/>
              <p:cNvSpPr/>
              <p:nvPr/>
            </p:nvSpPr>
            <p:spPr>
              <a:xfrm>
                <a:off x="0" y="0"/>
                <a:ext cx="842671" cy="849742"/>
              </a:xfrm>
              <a:custGeom>
                <a:avLst/>
                <a:gdLst/>
                <a:ahLst/>
                <a:cxnLst/>
                <a:rect l="l" t="t" r="r" b="b"/>
                <a:pathLst>
                  <a:path w="842671" h="849742">
                    <a:moveTo>
                      <a:pt x="842671" y="120885"/>
                    </a:moveTo>
                    <a:lnTo>
                      <a:pt x="842671" y="728856"/>
                    </a:lnTo>
                    <a:cubicBezTo>
                      <a:pt x="842671" y="795620"/>
                      <a:pt x="788549" y="849742"/>
                      <a:pt x="721786" y="849742"/>
                    </a:cubicBezTo>
                    <a:lnTo>
                      <a:pt x="120885" y="849742"/>
                    </a:lnTo>
                    <a:cubicBezTo>
                      <a:pt x="54122" y="849742"/>
                      <a:pt x="0" y="795620"/>
                      <a:pt x="0" y="728856"/>
                    </a:cubicBezTo>
                    <a:lnTo>
                      <a:pt x="0" y="120885"/>
                    </a:lnTo>
                    <a:cubicBezTo>
                      <a:pt x="0" y="54122"/>
                      <a:pt x="54122" y="0"/>
                      <a:pt x="120885" y="0"/>
                    </a:cubicBezTo>
                    <a:lnTo>
                      <a:pt x="721786" y="0"/>
                    </a:lnTo>
                    <a:cubicBezTo>
                      <a:pt x="788549" y="0"/>
                      <a:pt x="842671" y="54122"/>
                      <a:pt x="842671" y="120885"/>
                    </a:cubicBezTo>
                    <a:close/>
                  </a:path>
                </a:pathLst>
              </a:custGeom>
              <a:solidFill>
                <a:srgbClr val="612C9E">
                  <a:alpha val="13725"/>
                </a:srgbClr>
              </a:solidFill>
            </p:spPr>
            <p:txBody>
              <a:bodyPr/>
              <a:lstStyle/>
              <a:p>
                <a:endParaRPr lang="es-CO"/>
              </a:p>
            </p:txBody>
          </p:sp>
          <p:sp>
            <p:nvSpPr>
              <p:cNvPr id="186" name="TextBox 186"/>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nvGrpSpPr>
            <p:cNvPr id="187" name="Group 187"/>
            <p:cNvGrpSpPr/>
            <p:nvPr/>
          </p:nvGrpSpPr>
          <p:grpSpPr>
            <a:xfrm>
              <a:off x="939036" y="1600410"/>
              <a:ext cx="94027" cy="94808"/>
              <a:chOff x="0" y="0"/>
              <a:chExt cx="842671" cy="849742"/>
            </a:xfrm>
          </p:grpSpPr>
          <p:sp>
            <p:nvSpPr>
              <p:cNvPr id="188" name="Freeform 188"/>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13725"/>
                </a:srgbClr>
              </a:solidFill>
            </p:spPr>
            <p:txBody>
              <a:bodyPr/>
              <a:lstStyle/>
              <a:p>
                <a:endParaRPr lang="es-CO"/>
              </a:p>
            </p:txBody>
          </p:sp>
          <p:sp>
            <p:nvSpPr>
              <p:cNvPr id="189" name="TextBox 189"/>
              <p:cNvSpPr txBox="1"/>
              <p:nvPr/>
            </p:nvSpPr>
            <p:spPr>
              <a:xfrm>
                <a:off x="0" y="-57150"/>
                <a:ext cx="842671" cy="906892"/>
              </a:xfrm>
              <a:prstGeom prst="rect">
                <a:avLst/>
              </a:prstGeom>
            </p:spPr>
            <p:txBody>
              <a:bodyPr lIns="50800" tIns="50800" rIns="50800" bIns="50800" rtlCol="0" anchor="ctr"/>
              <a:lstStyle/>
              <a:p>
                <a:pPr algn="ctr">
                  <a:lnSpc>
                    <a:spcPts val="3639"/>
                  </a:lnSpc>
                  <a:spcBef>
                    <a:spcPct val="0"/>
                  </a:spcBef>
                </a:pPr>
                <a:endParaRPr/>
              </a:p>
            </p:txBody>
          </p:sp>
        </p:grpSp>
      </p:grpSp>
      <p:grpSp>
        <p:nvGrpSpPr>
          <p:cNvPr id="190" name="Group 190"/>
          <p:cNvGrpSpPr/>
          <p:nvPr/>
        </p:nvGrpSpPr>
        <p:grpSpPr>
          <a:xfrm>
            <a:off x="-3148118" y="0"/>
            <a:ext cx="11868852" cy="10287000"/>
            <a:chOff x="0" y="0"/>
            <a:chExt cx="769764" cy="667172"/>
          </a:xfrm>
        </p:grpSpPr>
        <p:sp>
          <p:nvSpPr>
            <p:cNvPr id="191" name="Freeform 191"/>
            <p:cNvSpPr/>
            <p:nvPr/>
          </p:nvSpPr>
          <p:spPr>
            <a:xfrm>
              <a:off x="0" y="0"/>
              <a:ext cx="769764" cy="667172"/>
            </a:xfrm>
            <a:custGeom>
              <a:avLst/>
              <a:gdLst/>
              <a:ahLst/>
              <a:cxnLst/>
              <a:rect l="l" t="t" r="r" b="b"/>
              <a:pathLst>
                <a:path w="769764" h="667172">
                  <a:moveTo>
                    <a:pt x="203200" y="0"/>
                  </a:moveTo>
                  <a:lnTo>
                    <a:pt x="566564" y="0"/>
                  </a:lnTo>
                  <a:lnTo>
                    <a:pt x="769764" y="667172"/>
                  </a:lnTo>
                  <a:lnTo>
                    <a:pt x="0" y="667172"/>
                  </a:lnTo>
                  <a:lnTo>
                    <a:pt x="203200" y="0"/>
                  </a:lnTo>
                  <a:close/>
                </a:path>
              </a:pathLst>
            </a:custGeom>
            <a:blipFill>
              <a:blip r:embed="rId2"/>
              <a:stretch>
                <a:fillRect l="-22072" r="-29650"/>
              </a:stretch>
            </a:blipFill>
          </p:spPr>
          <p:txBody>
            <a:bodyPr/>
            <a:lstStyle/>
            <a:p>
              <a:endParaRPr lang="es-CO"/>
            </a:p>
          </p:txBody>
        </p:sp>
      </p:grpSp>
      <p:grpSp>
        <p:nvGrpSpPr>
          <p:cNvPr id="192" name="Group 192"/>
          <p:cNvGrpSpPr/>
          <p:nvPr/>
        </p:nvGrpSpPr>
        <p:grpSpPr>
          <a:xfrm>
            <a:off x="16503935" y="5909083"/>
            <a:ext cx="1784065" cy="4377917"/>
            <a:chOff x="0" y="0"/>
            <a:chExt cx="2378753" cy="5837223"/>
          </a:xfrm>
        </p:grpSpPr>
        <p:grpSp>
          <p:nvGrpSpPr>
            <p:cNvPr id="193" name="Group 193"/>
            <p:cNvGrpSpPr/>
            <p:nvPr/>
          </p:nvGrpSpPr>
          <p:grpSpPr>
            <a:xfrm>
              <a:off x="1011061" y="2569651"/>
              <a:ext cx="583992" cy="583956"/>
              <a:chOff x="0" y="0"/>
              <a:chExt cx="1033370" cy="1033387"/>
            </a:xfrm>
          </p:grpSpPr>
          <p:sp>
            <p:nvSpPr>
              <p:cNvPr id="194" name="Freeform 194"/>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E2EAC">
                  <a:alpha val="35686"/>
                </a:srgbClr>
              </a:solidFill>
            </p:spPr>
            <p:txBody>
              <a:bodyPr/>
              <a:lstStyle/>
              <a:p>
                <a:endParaRPr lang="es-CO"/>
              </a:p>
            </p:txBody>
          </p:sp>
          <p:sp>
            <p:nvSpPr>
              <p:cNvPr id="195" name="TextBox 195"/>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196" name="Group 196"/>
            <p:cNvGrpSpPr/>
            <p:nvPr/>
          </p:nvGrpSpPr>
          <p:grpSpPr>
            <a:xfrm>
              <a:off x="1794760" y="3320111"/>
              <a:ext cx="583992" cy="583956"/>
              <a:chOff x="0" y="0"/>
              <a:chExt cx="1033370" cy="1033387"/>
            </a:xfrm>
          </p:grpSpPr>
          <p:sp>
            <p:nvSpPr>
              <p:cNvPr id="197" name="Freeform 197"/>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12C9E">
                  <a:alpha val="35686"/>
                </a:srgbClr>
              </a:solidFill>
            </p:spPr>
            <p:txBody>
              <a:bodyPr/>
              <a:lstStyle/>
              <a:p>
                <a:endParaRPr lang="es-CO"/>
              </a:p>
            </p:txBody>
          </p:sp>
          <p:sp>
            <p:nvSpPr>
              <p:cNvPr id="198" name="TextBox 198"/>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199" name="Group 199"/>
            <p:cNvGrpSpPr/>
            <p:nvPr/>
          </p:nvGrpSpPr>
          <p:grpSpPr>
            <a:xfrm>
              <a:off x="1109306" y="3339161"/>
              <a:ext cx="476222" cy="480180"/>
              <a:chOff x="0" y="0"/>
              <a:chExt cx="842671" cy="849742"/>
            </a:xfrm>
          </p:grpSpPr>
          <p:sp>
            <p:nvSpPr>
              <p:cNvPr id="200" name="Freeform 200"/>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06194C">
                  <a:alpha val="35686"/>
                </a:srgbClr>
              </a:solidFill>
            </p:spPr>
            <p:txBody>
              <a:bodyPr/>
              <a:lstStyle/>
              <a:p>
                <a:endParaRPr lang="es-CO"/>
              </a:p>
            </p:txBody>
          </p:sp>
          <p:sp>
            <p:nvSpPr>
              <p:cNvPr id="201" name="TextBox 201"/>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02" name="Group 202"/>
            <p:cNvGrpSpPr/>
            <p:nvPr/>
          </p:nvGrpSpPr>
          <p:grpSpPr>
            <a:xfrm>
              <a:off x="1813810" y="2640589"/>
              <a:ext cx="476222" cy="480180"/>
              <a:chOff x="0" y="0"/>
              <a:chExt cx="842671" cy="849742"/>
            </a:xfrm>
          </p:grpSpPr>
          <p:sp>
            <p:nvSpPr>
              <p:cNvPr id="203" name="Freeform 203"/>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612C9E">
                  <a:alpha val="35686"/>
                </a:srgbClr>
              </a:solidFill>
            </p:spPr>
            <p:txBody>
              <a:bodyPr/>
              <a:lstStyle/>
              <a:p>
                <a:endParaRPr lang="es-CO"/>
              </a:p>
            </p:txBody>
          </p:sp>
          <p:sp>
            <p:nvSpPr>
              <p:cNvPr id="204" name="TextBox 204"/>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05" name="Group 205"/>
            <p:cNvGrpSpPr/>
            <p:nvPr/>
          </p:nvGrpSpPr>
          <p:grpSpPr>
            <a:xfrm>
              <a:off x="1160357" y="4143261"/>
              <a:ext cx="374121" cy="377230"/>
              <a:chOff x="0" y="0"/>
              <a:chExt cx="842671" cy="849742"/>
            </a:xfrm>
          </p:grpSpPr>
          <p:sp>
            <p:nvSpPr>
              <p:cNvPr id="206" name="Freeform 206"/>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612C9E">
                  <a:alpha val="35686"/>
                </a:srgbClr>
              </a:solidFill>
            </p:spPr>
            <p:txBody>
              <a:bodyPr/>
              <a:lstStyle/>
              <a:p>
                <a:endParaRPr lang="es-CO"/>
              </a:p>
            </p:txBody>
          </p:sp>
          <p:sp>
            <p:nvSpPr>
              <p:cNvPr id="207" name="TextBox 207"/>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08" name="Group 208"/>
            <p:cNvGrpSpPr/>
            <p:nvPr/>
          </p:nvGrpSpPr>
          <p:grpSpPr>
            <a:xfrm>
              <a:off x="1303057" y="4995318"/>
              <a:ext cx="181864" cy="183376"/>
              <a:chOff x="0" y="0"/>
              <a:chExt cx="842671" cy="849742"/>
            </a:xfrm>
          </p:grpSpPr>
          <p:sp>
            <p:nvSpPr>
              <p:cNvPr id="209" name="Freeform 209"/>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35686"/>
                </a:srgbClr>
              </a:solidFill>
            </p:spPr>
            <p:txBody>
              <a:bodyPr/>
              <a:lstStyle/>
              <a:p>
                <a:endParaRPr lang="es-CO"/>
              </a:p>
            </p:txBody>
          </p:sp>
          <p:sp>
            <p:nvSpPr>
              <p:cNvPr id="210" name="TextBox 210"/>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11" name="Group 211"/>
            <p:cNvGrpSpPr/>
            <p:nvPr/>
          </p:nvGrpSpPr>
          <p:grpSpPr>
            <a:xfrm>
              <a:off x="947309" y="5418099"/>
              <a:ext cx="141821" cy="143000"/>
              <a:chOff x="0" y="0"/>
              <a:chExt cx="842671" cy="849742"/>
            </a:xfrm>
          </p:grpSpPr>
          <p:sp>
            <p:nvSpPr>
              <p:cNvPr id="212" name="Freeform 212"/>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35686"/>
                </a:srgbClr>
              </a:solidFill>
            </p:spPr>
            <p:txBody>
              <a:bodyPr/>
              <a:lstStyle/>
              <a:p>
                <a:endParaRPr lang="es-CO"/>
              </a:p>
            </p:txBody>
          </p:sp>
          <p:sp>
            <p:nvSpPr>
              <p:cNvPr id="213" name="TextBox 213"/>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14" name="Group 214"/>
            <p:cNvGrpSpPr/>
            <p:nvPr/>
          </p:nvGrpSpPr>
          <p:grpSpPr>
            <a:xfrm>
              <a:off x="1826037" y="4055536"/>
              <a:ext cx="552715" cy="552681"/>
              <a:chOff x="0" y="0"/>
              <a:chExt cx="1033370" cy="1033387"/>
            </a:xfrm>
          </p:grpSpPr>
          <p:sp>
            <p:nvSpPr>
              <p:cNvPr id="215" name="Freeform 215"/>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alpha val="35686"/>
                </a:srgbClr>
              </a:solidFill>
            </p:spPr>
            <p:txBody>
              <a:bodyPr/>
              <a:lstStyle/>
              <a:p>
                <a:endParaRPr lang="es-CO"/>
              </a:p>
            </p:txBody>
          </p:sp>
          <p:sp>
            <p:nvSpPr>
              <p:cNvPr id="216" name="TextBox 216"/>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217" name="Group 217"/>
            <p:cNvGrpSpPr/>
            <p:nvPr/>
          </p:nvGrpSpPr>
          <p:grpSpPr>
            <a:xfrm>
              <a:off x="386523" y="3979309"/>
              <a:ext cx="552715" cy="552681"/>
              <a:chOff x="0" y="0"/>
              <a:chExt cx="1033370" cy="1033387"/>
            </a:xfrm>
          </p:grpSpPr>
          <p:sp>
            <p:nvSpPr>
              <p:cNvPr id="218" name="Freeform 218"/>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5628A1">
                  <a:alpha val="35686"/>
                </a:srgbClr>
              </a:solidFill>
            </p:spPr>
            <p:txBody>
              <a:bodyPr/>
              <a:lstStyle/>
              <a:p>
                <a:endParaRPr lang="es-CO"/>
              </a:p>
            </p:txBody>
          </p:sp>
          <p:sp>
            <p:nvSpPr>
              <p:cNvPr id="219" name="TextBox 219"/>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220" name="Group 220"/>
            <p:cNvGrpSpPr/>
            <p:nvPr/>
          </p:nvGrpSpPr>
          <p:grpSpPr>
            <a:xfrm>
              <a:off x="1932593" y="4858631"/>
              <a:ext cx="374121" cy="377230"/>
              <a:chOff x="0" y="0"/>
              <a:chExt cx="842671" cy="849742"/>
            </a:xfrm>
          </p:grpSpPr>
          <p:sp>
            <p:nvSpPr>
              <p:cNvPr id="221" name="Freeform 221"/>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35686"/>
                </a:srgbClr>
              </a:solidFill>
            </p:spPr>
            <p:txBody>
              <a:bodyPr/>
              <a:lstStyle/>
              <a:p>
                <a:endParaRPr lang="es-CO"/>
              </a:p>
            </p:txBody>
          </p:sp>
          <p:sp>
            <p:nvSpPr>
              <p:cNvPr id="222" name="TextBox 222"/>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23" name="Group 223"/>
            <p:cNvGrpSpPr/>
            <p:nvPr/>
          </p:nvGrpSpPr>
          <p:grpSpPr>
            <a:xfrm>
              <a:off x="430202" y="3384673"/>
              <a:ext cx="374121" cy="377230"/>
              <a:chOff x="0" y="0"/>
              <a:chExt cx="842671" cy="849742"/>
            </a:xfrm>
          </p:grpSpPr>
          <p:sp>
            <p:nvSpPr>
              <p:cNvPr id="224" name="Freeform 224"/>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35686"/>
                </a:srgbClr>
              </a:solidFill>
            </p:spPr>
            <p:txBody>
              <a:bodyPr/>
              <a:lstStyle/>
              <a:p>
                <a:endParaRPr lang="es-CO"/>
              </a:p>
            </p:txBody>
          </p:sp>
          <p:sp>
            <p:nvSpPr>
              <p:cNvPr id="225" name="TextBox 225"/>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26" name="Group 226"/>
            <p:cNvGrpSpPr/>
            <p:nvPr/>
          </p:nvGrpSpPr>
          <p:grpSpPr>
            <a:xfrm>
              <a:off x="1018219" y="1935183"/>
              <a:ext cx="453331" cy="457099"/>
              <a:chOff x="0" y="0"/>
              <a:chExt cx="842671" cy="849742"/>
            </a:xfrm>
          </p:grpSpPr>
          <p:sp>
            <p:nvSpPr>
              <p:cNvPr id="227" name="Freeform 227"/>
              <p:cNvSpPr/>
              <p:nvPr/>
            </p:nvSpPr>
            <p:spPr>
              <a:xfrm>
                <a:off x="0" y="0"/>
                <a:ext cx="842671" cy="849742"/>
              </a:xfrm>
              <a:custGeom>
                <a:avLst/>
                <a:gdLst/>
                <a:ahLst/>
                <a:cxnLst/>
                <a:rect l="l" t="t" r="r" b="b"/>
                <a:pathLst>
                  <a:path w="842671" h="849742">
                    <a:moveTo>
                      <a:pt x="842671" y="153701"/>
                    </a:moveTo>
                    <a:lnTo>
                      <a:pt x="842671" y="696041"/>
                    </a:lnTo>
                    <a:cubicBezTo>
                      <a:pt x="842671" y="736805"/>
                      <a:pt x="826478" y="775900"/>
                      <a:pt x="797653" y="804724"/>
                    </a:cubicBezTo>
                    <a:cubicBezTo>
                      <a:pt x="768829" y="833548"/>
                      <a:pt x="729735" y="849742"/>
                      <a:pt x="688971" y="849742"/>
                    </a:cubicBezTo>
                    <a:lnTo>
                      <a:pt x="153701" y="849742"/>
                    </a:lnTo>
                    <a:cubicBezTo>
                      <a:pt x="68814" y="849742"/>
                      <a:pt x="0" y="780928"/>
                      <a:pt x="0" y="696041"/>
                    </a:cubicBezTo>
                    <a:lnTo>
                      <a:pt x="0" y="153701"/>
                    </a:lnTo>
                    <a:cubicBezTo>
                      <a:pt x="0" y="68814"/>
                      <a:pt x="68814" y="0"/>
                      <a:pt x="153701" y="0"/>
                    </a:cubicBezTo>
                    <a:lnTo>
                      <a:pt x="688971" y="0"/>
                    </a:lnTo>
                    <a:cubicBezTo>
                      <a:pt x="773857" y="0"/>
                      <a:pt x="842671" y="68814"/>
                      <a:pt x="842671" y="153701"/>
                    </a:cubicBezTo>
                    <a:close/>
                  </a:path>
                </a:pathLst>
              </a:custGeom>
              <a:solidFill>
                <a:srgbClr val="612C9E">
                  <a:alpha val="35686"/>
                </a:srgbClr>
              </a:solidFill>
            </p:spPr>
            <p:txBody>
              <a:bodyPr/>
              <a:lstStyle/>
              <a:p>
                <a:endParaRPr lang="es-CO"/>
              </a:p>
            </p:txBody>
          </p:sp>
          <p:sp>
            <p:nvSpPr>
              <p:cNvPr id="228" name="TextBox 228"/>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29" name="Group 229"/>
            <p:cNvGrpSpPr/>
            <p:nvPr/>
          </p:nvGrpSpPr>
          <p:grpSpPr>
            <a:xfrm>
              <a:off x="958747" y="1237142"/>
              <a:ext cx="512804" cy="517066"/>
              <a:chOff x="0" y="0"/>
              <a:chExt cx="842671" cy="849742"/>
            </a:xfrm>
          </p:grpSpPr>
          <p:sp>
            <p:nvSpPr>
              <p:cNvPr id="230" name="Freeform 230"/>
              <p:cNvSpPr/>
              <p:nvPr/>
            </p:nvSpPr>
            <p:spPr>
              <a:xfrm>
                <a:off x="0" y="0"/>
                <a:ext cx="842671" cy="849742"/>
              </a:xfrm>
              <a:custGeom>
                <a:avLst/>
                <a:gdLst/>
                <a:ahLst/>
                <a:cxnLst/>
                <a:rect l="l" t="t" r="r" b="b"/>
                <a:pathLst>
                  <a:path w="842671" h="849742">
                    <a:moveTo>
                      <a:pt x="842671" y="135875"/>
                    </a:moveTo>
                    <a:lnTo>
                      <a:pt x="842671" y="713867"/>
                    </a:lnTo>
                    <a:cubicBezTo>
                      <a:pt x="842671" y="749903"/>
                      <a:pt x="828356" y="784463"/>
                      <a:pt x="802874" y="809945"/>
                    </a:cubicBezTo>
                    <a:cubicBezTo>
                      <a:pt x="777393" y="835426"/>
                      <a:pt x="742832" y="849742"/>
                      <a:pt x="706796" y="849742"/>
                    </a:cubicBezTo>
                    <a:lnTo>
                      <a:pt x="135875" y="849742"/>
                    </a:lnTo>
                    <a:cubicBezTo>
                      <a:pt x="60833" y="849742"/>
                      <a:pt x="0" y="788908"/>
                      <a:pt x="0" y="713867"/>
                    </a:cubicBezTo>
                    <a:lnTo>
                      <a:pt x="0" y="135875"/>
                    </a:lnTo>
                    <a:cubicBezTo>
                      <a:pt x="0" y="60833"/>
                      <a:pt x="60833" y="0"/>
                      <a:pt x="135875" y="0"/>
                    </a:cubicBezTo>
                    <a:lnTo>
                      <a:pt x="706796" y="0"/>
                    </a:lnTo>
                    <a:cubicBezTo>
                      <a:pt x="781838" y="0"/>
                      <a:pt x="842671" y="60833"/>
                      <a:pt x="842671" y="135875"/>
                    </a:cubicBezTo>
                    <a:close/>
                  </a:path>
                </a:pathLst>
              </a:custGeom>
              <a:solidFill>
                <a:srgbClr val="5628A1">
                  <a:alpha val="35686"/>
                </a:srgbClr>
              </a:solidFill>
            </p:spPr>
            <p:txBody>
              <a:bodyPr/>
              <a:lstStyle/>
              <a:p>
                <a:endParaRPr lang="es-CO"/>
              </a:p>
            </p:txBody>
          </p:sp>
          <p:sp>
            <p:nvSpPr>
              <p:cNvPr id="231" name="TextBox 231"/>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32" name="Group 232"/>
            <p:cNvGrpSpPr/>
            <p:nvPr/>
          </p:nvGrpSpPr>
          <p:grpSpPr>
            <a:xfrm>
              <a:off x="510225" y="2901241"/>
              <a:ext cx="141821" cy="143000"/>
              <a:chOff x="0" y="0"/>
              <a:chExt cx="842671" cy="849742"/>
            </a:xfrm>
          </p:grpSpPr>
          <p:sp>
            <p:nvSpPr>
              <p:cNvPr id="233" name="Freeform 233"/>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35686"/>
                </a:srgbClr>
              </a:solidFill>
            </p:spPr>
            <p:txBody>
              <a:bodyPr/>
              <a:lstStyle/>
              <a:p>
                <a:endParaRPr lang="es-CO"/>
              </a:p>
            </p:txBody>
          </p:sp>
          <p:sp>
            <p:nvSpPr>
              <p:cNvPr id="234" name="TextBox 234"/>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35" name="Group 235"/>
            <p:cNvGrpSpPr/>
            <p:nvPr/>
          </p:nvGrpSpPr>
          <p:grpSpPr>
            <a:xfrm>
              <a:off x="432016" y="4684443"/>
              <a:ext cx="552715" cy="552681"/>
              <a:chOff x="0" y="0"/>
              <a:chExt cx="1033370" cy="1033387"/>
            </a:xfrm>
          </p:grpSpPr>
          <p:sp>
            <p:nvSpPr>
              <p:cNvPr id="236" name="Freeform 236"/>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alpha val="35686"/>
                </a:srgbClr>
              </a:solidFill>
            </p:spPr>
            <p:txBody>
              <a:bodyPr/>
              <a:lstStyle/>
              <a:p>
                <a:endParaRPr lang="es-CO"/>
              </a:p>
            </p:txBody>
          </p:sp>
          <p:sp>
            <p:nvSpPr>
              <p:cNvPr id="237" name="TextBox 237"/>
              <p:cNvSpPr txBox="1"/>
              <p:nvPr/>
            </p:nvSpPr>
            <p:spPr>
              <a:xfrm>
                <a:off x="0" y="-47625"/>
                <a:ext cx="1033370" cy="1081012"/>
              </a:xfrm>
              <a:prstGeom prst="rect">
                <a:avLst/>
              </a:prstGeom>
            </p:spPr>
            <p:txBody>
              <a:bodyPr lIns="50800" tIns="50800" rIns="50800" bIns="50800" rtlCol="0" anchor="ctr"/>
              <a:lstStyle/>
              <a:p>
                <a:pPr algn="ctr">
                  <a:lnSpc>
                    <a:spcPts val="2730"/>
                  </a:lnSpc>
                  <a:spcBef>
                    <a:spcPct val="0"/>
                  </a:spcBef>
                </a:pPr>
                <a:endParaRPr/>
              </a:p>
            </p:txBody>
          </p:sp>
        </p:grpSp>
        <p:grpSp>
          <p:nvGrpSpPr>
            <p:cNvPr id="238" name="Group 238"/>
            <p:cNvGrpSpPr/>
            <p:nvPr/>
          </p:nvGrpSpPr>
          <p:grpSpPr>
            <a:xfrm>
              <a:off x="69177" y="4532891"/>
              <a:ext cx="181864" cy="183376"/>
              <a:chOff x="0" y="0"/>
              <a:chExt cx="842671" cy="849742"/>
            </a:xfrm>
          </p:grpSpPr>
          <p:sp>
            <p:nvSpPr>
              <p:cNvPr id="239" name="Freeform 239"/>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35686"/>
                </a:srgbClr>
              </a:solidFill>
            </p:spPr>
            <p:txBody>
              <a:bodyPr/>
              <a:lstStyle/>
              <a:p>
                <a:endParaRPr lang="es-CO"/>
              </a:p>
            </p:txBody>
          </p:sp>
          <p:sp>
            <p:nvSpPr>
              <p:cNvPr id="240" name="TextBox 240"/>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41" name="Group 241"/>
            <p:cNvGrpSpPr/>
            <p:nvPr/>
          </p:nvGrpSpPr>
          <p:grpSpPr>
            <a:xfrm>
              <a:off x="1112680" y="0"/>
              <a:ext cx="141821" cy="143000"/>
              <a:chOff x="0" y="0"/>
              <a:chExt cx="842671" cy="849742"/>
            </a:xfrm>
          </p:grpSpPr>
          <p:sp>
            <p:nvSpPr>
              <p:cNvPr id="242" name="Freeform 242"/>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E2EAC">
                  <a:alpha val="35686"/>
                </a:srgbClr>
              </a:solidFill>
            </p:spPr>
            <p:txBody>
              <a:bodyPr/>
              <a:lstStyle/>
              <a:p>
                <a:endParaRPr lang="es-CO"/>
              </a:p>
            </p:txBody>
          </p:sp>
          <p:sp>
            <p:nvSpPr>
              <p:cNvPr id="243" name="TextBox 243"/>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44" name="Group 244"/>
            <p:cNvGrpSpPr/>
            <p:nvPr/>
          </p:nvGrpSpPr>
          <p:grpSpPr>
            <a:xfrm>
              <a:off x="477001" y="950749"/>
              <a:ext cx="141821" cy="143000"/>
              <a:chOff x="0" y="0"/>
              <a:chExt cx="842671" cy="849742"/>
            </a:xfrm>
          </p:grpSpPr>
          <p:sp>
            <p:nvSpPr>
              <p:cNvPr id="245" name="Freeform 245"/>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5628A1">
                  <a:alpha val="35686"/>
                </a:srgbClr>
              </a:solidFill>
            </p:spPr>
            <p:txBody>
              <a:bodyPr/>
              <a:lstStyle/>
              <a:p>
                <a:endParaRPr lang="es-CO"/>
              </a:p>
            </p:txBody>
          </p:sp>
          <p:sp>
            <p:nvSpPr>
              <p:cNvPr id="246" name="TextBox 246"/>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47" name="Group 247"/>
            <p:cNvGrpSpPr/>
            <p:nvPr/>
          </p:nvGrpSpPr>
          <p:grpSpPr>
            <a:xfrm>
              <a:off x="504154" y="1592193"/>
              <a:ext cx="96471" cy="97273"/>
              <a:chOff x="0" y="0"/>
              <a:chExt cx="842671" cy="849742"/>
            </a:xfrm>
          </p:grpSpPr>
          <p:sp>
            <p:nvSpPr>
              <p:cNvPr id="248" name="Freeform 248"/>
              <p:cNvSpPr/>
              <p:nvPr/>
            </p:nvSpPr>
            <p:spPr>
              <a:xfrm>
                <a:off x="0" y="0"/>
                <a:ext cx="842671" cy="849742"/>
              </a:xfrm>
              <a:custGeom>
                <a:avLst/>
                <a:gdLst/>
                <a:ahLst/>
                <a:cxnLst/>
                <a:rect l="l" t="t" r="r" b="b"/>
                <a:pathLst>
                  <a:path w="842671" h="849742">
                    <a:moveTo>
                      <a:pt x="842671" y="240754"/>
                    </a:moveTo>
                    <a:lnTo>
                      <a:pt x="842671" y="608988"/>
                    </a:lnTo>
                    <a:cubicBezTo>
                      <a:pt x="842671" y="672840"/>
                      <a:pt x="817306" y="734076"/>
                      <a:pt x="772156" y="779227"/>
                    </a:cubicBezTo>
                    <a:cubicBezTo>
                      <a:pt x="727006" y="824377"/>
                      <a:pt x="665769" y="849742"/>
                      <a:pt x="601917" y="849742"/>
                    </a:cubicBezTo>
                    <a:lnTo>
                      <a:pt x="240754" y="849742"/>
                    </a:lnTo>
                    <a:cubicBezTo>
                      <a:pt x="107789" y="849742"/>
                      <a:pt x="0" y="741952"/>
                      <a:pt x="0" y="608988"/>
                    </a:cubicBezTo>
                    <a:lnTo>
                      <a:pt x="0" y="240754"/>
                    </a:lnTo>
                    <a:cubicBezTo>
                      <a:pt x="0" y="107789"/>
                      <a:pt x="107789" y="0"/>
                      <a:pt x="240754" y="0"/>
                    </a:cubicBezTo>
                    <a:lnTo>
                      <a:pt x="601917" y="0"/>
                    </a:lnTo>
                    <a:cubicBezTo>
                      <a:pt x="734882" y="0"/>
                      <a:pt x="842671" y="107789"/>
                      <a:pt x="842671" y="240754"/>
                    </a:cubicBezTo>
                    <a:close/>
                  </a:path>
                </a:pathLst>
              </a:custGeom>
              <a:solidFill>
                <a:srgbClr val="612C9E">
                  <a:alpha val="35686"/>
                </a:srgbClr>
              </a:solidFill>
            </p:spPr>
            <p:txBody>
              <a:bodyPr/>
              <a:lstStyle/>
              <a:p>
                <a:endParaRPr lang="es-CO"/>
              </a:p>
            </p:txBody>
          </p:sp>
          <p:sp>
            <p:nvSpPr>
              <p:cNvPr id="249" name="TextBox 249"/>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50" name="Group 250"/>
            <p:cNvGrpSpPr/>
            <p:nvPr/>
          </p:nvGrpSpPr>
          <p:grpSpPr>
            <a:xfrm>
              <a:off x="997415" y="547930"/>
              <a:ext cx="399498" cy="402819"/>
              <a:chOff x="0" y="0"/>
              <a:chExt cx="842671" cy="849742"/>
            </a:xfrm>
          </p:grpSpPr>
          <p:sp>
            <p:nvSpPr>
              <p:cNvPr id="251" name="Freeform 251"/>
              <p:cNvSpPr/>
              <p:nvPr/>
            </p:nvSpPr>
            <p:spPr>
              <a:xfrm>
                <a:off x="0" y="0"/>
                <a:ext cx="842671" cy="849742"/>
              </a:xfrm>
              <a:custGeom>
                <a:avLst/>
                <a:gdLst/>
                <a:ahLst/>
                <a:cxnLst/>
                <a:rect l="l" t="t" r="r" b="b"/>
                <a:pathLst>
                  <a:path w="842671" h="849742">
                    <a:moveTo>
                      <a:pt x="842671" y="174412"/>
                    </a:moveTo>
                    <a:lnTo>
                      <a:pt x="842671" y="675330"/>
                    </a:lnTo>
                    <a:cubicBezTo>
                      <a:pt x="842671" y="721587"/>
                      <a:pt x="824296" y="765949"/>
                      <a:pt x="791587" y="798658"/>
                    </a:cubicBezTo>
                    <a:cubicBezTo>
                      <a:pt x="758878" y="831366"/>
                      <a:pt x="714516" y="849742"/>
                      <a:pt x="668259" y="849742"/>
                    </a:cubicBezTo>
                    <a:lnTo>
                      <a:pt x="174412" y="849742"/>
                    </a:lnTo>
                    <a:cubicBezTo>
                      <a:pt x="128155" y="849742"/>
                      <a:pt x="83793" y="831366"/>
                      <a:pt x="51084" y="798658"/>
                    </a:cubicBezTo>
                    <a:cubicBezTo>
                      <a:pt x="18375" y="765949"/>
                      <a:pt x="0" y="721587"/>
                      <a:pt x="0" y="675330"/>
                    </a:cubicBezTo>
                    <a:lnTo>
                      <a:pt x="0" y="174412"/>
                    </a:lnTo>
                    <a:cubicBezTo>
                      <a:pt x="0" y="128155"/>
                      <a:pt x="18375" y="83793"/>
                      <a:pt x="51084" y="51084"/>
                    </a:cubicBezTo>
                    <a:cubicBezTo>
                      <a:pt x="83793" y="18375"/>
                      <a:pt x="128155" y="0"/>
                      <a:pt x="174412" y="0"/>
                    </a:cubicBezTo>
                    <a:lnTo>
                      <a:pt x="668259" y="0"/>
                    </a:lnTo>
                    <a:cubicBezTo>
                      <a:pt x="714516" y="0"/>
                      <a:pt x="758878" y="18375"/>
                      <a:pt x="791587" y="51084"/>
                    </a:cubicBezTo>
                    <a:cubicBezTo>
                      <a:pt x="824296" y="83793"/>
                      <a:pt x="842671" y="128155"/>
                      <a:pt x="842671" y="174412"/>
                    </a:cubicBezTo>
                    <a:close/>
                  </a:path>
                </a:pathLst>
              </a:custGeom>
              <a:solidFill>
                <a:srgbClr val="612C9E">
                  <a:alpha val="35686"/>
                </a:srgbClr>
              </a:solidFill>
            </p:spPr>
            <p:txBody>
              <a:bodyPr/>
              <a:lstStyle/>
              <a:p>
                <a:endParaRPr lang="es-CO"/>
              </a:p>
            </p:txBody>
          </p:sp>
          <p:sp>
            <p:nvSpPr>
              <p:cNvPr id="252" name="TextBox 252"/>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53" name="Group 253"/>
            <p:cNvGrpSpPr/>
            <p:nvPr/>
          </p:nvGrpSpPr>
          <p:grpSpPr>
            <a:xfrm>
              <a:off x="400404" y="2128750"/>
              <a:ext cx="320217" cy="322879"/>
              <a:chOff x="0" y="0"/>
              <a:chExt cx="842671" cy="849742"/>
            </a:xfrm>
          </p:grpSpPr>
          <p:sp>
            <p:nvSpPr>
              <p:cNvPr id="254" name="Freeform 254"/>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35686"/>
                </a:srgbClr>
              </a:solidFill>
            </p:spPr>
            <p:txBody>
              <a:bodyPr/>
              <a:lstStyle/>
              <a:p>
                <a:endParaRPr lang="es-CO"/>
              </a:p>
            </p:txBody>
          </p:sp>
          <p:sp>
            <p:nvSpPr>
              <p:cNvPr id="255" name="TextBox 255"/>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56" name="Group 256"/>
            <p:cNvGrpSpPr/>
            <p:nvPr/>
          </p:nvGrpSpPr>
          <p:grpSpPr>
            <a:xfrm>
              <a:off x="0" y="4995318"/>
              <a:ext cx="320217" cy="322879"/>
              <a:chOff x="0" y="0"/>
              <a:chExt cx="842671" cy="849742"/>
            </a:xfrm>
          </p:grpSpPr>
          <p:sp>
            <p:nvSpPr>
              <p:cNvPr id="257" name="Freeform 257"/>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35686"/>
                </a:srgbClr>
              </a:solidFill>
            </p:spPr>
            <p:txBody>
              <a:bodyPr/>
              <a:lstStyle/>
              <a:p>
                <a:endParaRPr lang="es-CO"/>
              </a:p>
            </p:txBody>
          </p:sp>
          <p:sp>
            <p:nvSpPr>
              <p:cNvPr id="258" name="TextBox 258"/>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59" name="Group 259"/>
            <p:cNvGrpSpPr/>
            <p:nvPr/>
          </p:nvGrpSpPr>
          <p:grpSpPr>
            <a:xfrm>
              <a:off x="334018" y="5665673"/>
              <a:ext cx="170136" cy="171550"/>
              <a:chOff x="0" y="0"/>
              <a:chExt cx="842671" cy="849742"/>
            </a:xfrm>
          </p:grpSpPr>
          <p:sp>
            <p:nvSpPr>
              <p:cNvPr id="260" name="Freeform 260"/>
              <p:cNvSpPr/>
              <p:nvPr/>
            </p:nvSpPr>
            <p:spPr>
              <a:xfrm>
                <a:off x="0" y="0"/>
                <a:ext cx="842671" cy="849742"/>
              </a:xfrm>
              <a:custGeom>
                <a:avLst/>
                <a:gdLst/>
                <a:ahLst/>
                <a:cxnLst/>
                <a:rect l="l" t="t" r="r" b="b"/>
                <a:pathLst>
                  <a:path w="842671" h="849742">
                    <a:moveTo>
                      <a:pt x="842671" y="227522"/>
                    </a:moveTo>
                    <a:lnTo>
                      <a:pt x="842671" y="622220"/>
                    </a:lnTo>
                    <a:cubicBezTo>
                      <a:pt x="842671" y="747877"/>
                      <a:pt x="740806" y="849742"/>
                      <a:pt x="615149" y="849742"/>
                    </a:cubicBezTo>
                    <a:lnTo>
                      <a:pt x="227522" y="849742"/>
                    </a:lnTo>
                    <a:cubicBezTo>
                      <a:pt x="101865" y="849742"/>
                      <a:pt x="0" y="747877"/>
                      <a:pt x="0" y="622220"/>
                    </a:cubicBezTo>
                    <a:lnTo>
                      <a:pt x="0" y="227522"/>
                    </a:lnTo>
                    <a:cubicBezTo>
                      <a:pt x="0" y="101865"/>
                      <a:pt x="101865" y="0"/>
                      <a:pt x="227522" y="0"/>
                    </a:cubicBezTo>
                    <a:lnTo>
                      <a:pt x="615149" y="0"/>
                    </a:lnTo>
                    <a:cubicBezTo>
                      <a:pt x="740806" y="0"/>
                      <a:pt x="842671" y="101865"/>
                      <a:pt x="842671" y="227522"/>
                    </a:cubicBezTo>
                    <a:close/>
                  </a:path>
                </a:pathLst>
              </a:custGeom>
              <a:solidFill>
                <a:srgbClr val="6E2EAC">
                  <a:alpha val="35686"/>
                </a:srgbClr>
              </a:solidFill>
            </p:spPr>
            <p:txBody>
              <a:bodyPr/>
              <a:lstStyle/>
              <a:p>
                <a:endParaRPr lang="es-CO"/>
              </a:p>
            </p:txBody>
          </p:sp>
          <p:sp>
            <p:nvSpPr>
              <p:cNvPr id="261" name="TextBox 261"/>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62" name="Group 262"/>
            <p:cNvGrpSpPr/>
            <p:nvPr/>
          </p:nvGrpSpPr>
          <p:grpSpPr>
            <a:xfrm>
              <a:off x="1727571" y="2085578"/>
              <a:ext cx="320217" cy="322879"/>
              <a:chOff x="0" y="0"/>
              <a:chExt cx="842671" cy="849742"/>
            </a:xfrm>
          </p:grpSpPr>
          <p:sp>
            <p:nvSpPr>
              <p:cNvPr id="263" name="Freeform 263"/>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alpha val="35686"/>
                </a:srgbClr>
              </a:solidFill>
            </p:spPr>
            <p:txBody>
              <a:bodyPr/>
              <a:lstStyle/>
              <a:p>
                <a:endParaRPr lang="es-CO"/>
              </a:p>
            </p:txBody>
          </p:sp>
          <p:sp>
            <p:nvSpPr>
              <p:cNvPr id="264" name="TextBox 264"/>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nvGrpSpPr>
            <p:cNvPr id="265" name="Group 265"/>
            <p:cNvGrpSpPr/>
            <p:nvPr/>
          </p:nvGrpSpPr>
          <p:grpSpPr>
            <a:xfrm>
              <a:off x="1713182" y="1680949"/>
              <a:ext cx="141821" cy="143000"/>
              <a:chOff x="0" y="0"/>
              <a:chExt cx="842671" cy="849742"/>
            </a:xfrm>
          </p:grpSpPr>
          <p:sp>
            <p:nvSpPr>
              <p:cNvPr id="266" name="Freeform 266"/>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35686"/>
                </a:srgbClr>
              </a:solidFill>
            </p:spPr>
            <p:txBody>
              <a:bodyPr/>
              <a:lstStyle/>
              <a:p>
                <a:endParaRPr lang="es-CO"/>
              </a:p>
            </p:txBody>
          </p:sp>
          <p:sp>
            <p:nvSpPr>
              <p:cNvPr id="267" name="TextBox 267"/>
              <p:cNvSpPr txBox="1"/>
              <p:nvPr/>
            </p:nvSpPr>
            <p:spPr>
              <a:xfrm>
                <a:off x="0" y="-47625"/>
                <a:ext cx="842671" cy="897367"/>
              </a:xfrm>
              <a:prstGeom prst="rect">
                <a:avLst/>
              </a:prstGeom>
            </p:spPr>
            <p:txBody>
              <a:bodyPr lIns="50800" tIns="50800" rIns="50800" bIns="50800" rtlCol="0" anchor="ctr"/>
              <a:lstStyle/>
              <a:p>
                <a:pPr algn="ctr">
                  <a:lnSpc>
                    <a:spcPts val="2730"/>
                  </a:lnSpc>
                  <a:spcBef>
                    <a:spcPct val="0"/>
                  </a:spcBef>
                </a:pPr>
                <a:endParaRPr/>
              </a:p>
            </p:txBody>
          </p:sp>
        </p:grpSp>
      </p:grpSp>
      <p:sp>
        <p:nvSpPr>
          <p:cNvPr id="268" name="AutoShape 268"/>
          <p:cNvSpPr/>
          <p:nvPr/>
        </p:nvSpPr>
        <p:spPr>
          <a:xfrm>
            <a:off x="7499944" y="4824633"/>
            <a:ext cx="9887511" cy="0"/>
          </a:xfrm>
          <a:prstGeom prst="line">
            <a:avLst/>
          </a:prstGeom>
          <a:ln w="47625" cap="flat">
            <a:solidFill>
              <a:srgbClr val="29206E"/>
            </a:solidFill>
            <a:prstDash val="solid"/>
            <a:headEnd type="diamond" w="lg" len="lg"/>
            <a:tailEnd type="diamond" w="lg" len="lg"/>
          </a:ln>
        </p:spPr>
        <p:txBody>
          <a:bodyPr/>
          <a:lstStyle/>
          <a:p>
            <a:endParaRPr lang="es-CO"/>
          </a:p>
        </p:txBody>
      </p:sp>
      <p:sp>
        <p:nvSpPr>
          <p:cNvPr id="269" name="TextBox 269"/>
          <p:cNvSpPr txBox="1"/>
          <p:nvPr/>
        </p:nvSpPr>
        <p:spPr>
          <a:xfrm>
            <a:off x="9296400" y="2772076"/>
            <a:ext cx="7110370" cy="2052557"/>
          </a:xfrm>
          <a:prstGeom prst="rect">
            <a:avLst/>
          </a:prstGeom>
        </p:spPr>
        <p:txBody>
          <a:bodyPr wrap="square" lIns="0" tIns="0" rIns="0" bIns="0" rtlCol="0" anchor="t">
            <a:spAutoFit/>
          </a:bodyPr>
          <a:lstStyle/>
          <a:p>
            <a:pPr algn="ctr">
              <a:lnSpc>
                <a:spcPts val="16804"/>
              </a:lnSpc>
            </a:pPr>
            <a:r>
              <a:rPr lang="en-US" sz="12003" dirty="0" err="1">
                <a:solidFill>
                  <a:srgbClr val="051B4C"/>
                </a:solidFill>
                <a:latin typeface="Intro"/>
                <a:ea typeface="Intro"/>
                <a:cs typeface="Intro"/>
                <a:sym typeface="Intro"/>
              </a:rPr>
              <a:t>Título</a:t>
            </a:r>
            <a:endParaRPr lang="en-US" sz="12003" dirty="0">
              <a:solidFill>
                <a:srgbClr val="051B4C"/>
              </a:solidFill>
              <a:latin typeface="Intro"/>
              <a:ea typeface="Intro"/>
              <a:cs typeface="Intro"/>
              <a:sym typeface="Intro"/>
            </a:endParaRPr>
          </a:p>
        </p:txBody>
      </p:sp>
      <p:sp>
        <p:nvSpPr>
          <p:cNvPr id="270" name="TextBox 270"/>
          <p:cNvSpPr txBox="1"/>
          <p:nvPr/>
        </p:nvSpPr>
        <p:spPr>
          <a:xfrm>
            <a:off x="9144000" y="4752975"/>
            <a:ext cx="6712990" cy="1161097"/>
          </a:xfrm>
          <a:prstGeom prst="rect">
            <a:avLst/>
          </a:prstGeom>
        </p:spPr>
        <p:txBody>
          <a:bodyPr lIns="0" tIns="0" rIns="0" bIns="0" rtlCol="0" anchor="t">
            <a:spAutoFit/>
          </a:bodyPr>
          <a:lstStyle/>
          <a:p>
            <a:pPr algn="l">
              <a:lnSpc>
                <a:spcPts val="7140"/>
              </a:lnSpc>
            </a:pPr>
            <a:r>
              <a:rPr lang="en-US" sz="5100" b="1">
                <a:solidFill>
                  <a:srgbClr val="051B4C"/>
                </a:solidFill>
                <a:latin typeface="Prachason Neue Bold"/>
                <a:ea typeface="Prachason Neue Bold"/>
                <a:cs typeface="Prachason Neue Bold"/>
                <a:sym typeface="Prachason Neue Bold"/>
              </a:rPr>
              <a:t>Agregar un subtítulo</a:t>
            </a:r>
          </a:p>
        </p:txBody>
      </p:sp>
      <p:sp>
        <p:nvSpPr>
          <p:cNvPr id="271" name="TextBox 271"/>
          <p:cNvSpPr txBox="1"/>
          <p:nvPr/>
        </p:nvSpPr>
        <p:spPr>
          <a:xfrm>
            <a:off x="10091786" y="5933122"/>
            <a:ext cx="4817418" cy="882015"/>
          </a:xfrm>
          <a:prstGeom prst="rect">
            <a:avLst/>
          </a:prstGeom>
        </p:spPr>
        <p:txBody>
          <a:bodyPr lIns="0" tIns="0" rIns="0" bIns="0" rtlCol="0" anchor="t">
            <a:spAutoFit/>
          </a:bodyPr>
          <a:lstStyle/>
          <a:p>
            <a:pPr marL="0" lvl="0" indent="0" algn="ctr">
              <a:lnSpc>
                <a:spcPts val="5459"/>
              </a:lnSpc>
              <a:spcBef>
                <a:spcPct val="0"/>
              </a:spcBef>
            </a:pPr>
            <a:r>
              <a:rPr lang="en-US" sz="3900" u="none" strike="noStrike" dirty="0" err="1">
                <a:solidFill>
                  <a:srgbClr val="051B4C"/>
                </a:solidFill>
                <a:latin typeface="Prachason Neue"/>
                <a:ea typeface="Prachason Neue"/>
                <a:cs typeface="Prachason Neue"/>
                <a:sym typeface="Prachason Neue"/>
              </a:rPr>
              <a:t>Agregar</a:t>
            </a:r>
            <a:r>
              <a:rPr lang="en-US" sz="3900" u="none" strike="noStrike" dirty="0">
                <a:solidFill>
                  <a:srgbClr val="051B4C"/>
                </a:solidFill>
                <a:latin typeface="Prachason Neue"/>
                <a:ea typeface="Prachason Neue"/>
                <a:cs typeface="Prachason Neue"/>
                <a:sym typeface="Prachason Neue"/>
              </a:rPr>
              <a:t> algo de </a:t>
            </a:r>
            <a:r>
              <a:rPr lang="en-US" sz="3900" u="none" strike="noStrike" dirty="0" err="1">
                <a:solidFill>
                  <a:srgbClr val="051B4C"/>
                </a:solidFill>
                <a:latin typeface="Prachason Neue"/>
                <a:ea typeface="Prachason Neue"/>
                <a:cs typeface="Prachason Neue"/>
                <a:sym typeface="Prachason Neue"/>
              </a:rPr>
              <a:t>texto</a:t>
            </a:r>
            <a:endParaRPr lang="en-US" sz="3900" u="none" strike="noStrike" dirty="0">
              <a:solidFill>
                <a:srgbClr val="051B4C"/>
              </a:solidFill>
              <a:latin typeface="Prachason Neue"/>
              <a:ea typeface="Prachason Neue"/>
              <a:cs typeface="Prachason Neue"/>
              <a:sym typeface="Prachason Neue"/>
            </a:endParaRPr>
          </a:p>
        </p:txBody>
      </p:sp>
      <p:sp>
        <p:nvSpPr>
          <p:cNvPr id="272" name="Freeform 272"/>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grpSp>
        <p:nvGrpSpPr>
          <p:cNvPr id="273" name="Group 273"/>
          <p:cNvGrpSpPr/>
          <p:nvPr/>
        </p:nvGrpSpPr>
        <p:grpSpPr>
          <a:xfrm>
            <a:off x="16989097" y="15769"/>
            <a:ext cx="1298903" cy="1780027"/>
            <a:chOff x="0" y="0"/>
            <a:chExt cx="1731871" cy="2373369"/>
          </a:xfrm>
        </p:grpSpPr>
        <p:grpSp>
          <p:nvGrpSpPr>
            <p:cNvPr id="274" name="Group 274"/>
            <p:cNvGrpSpPr/>
            <p:nvPr/>
          </p:nvGrpSpPr>
          <p:grpSpPr>
            <a:xfrm rot="-10800000">
              <a:off x="844357" y="12220"/>
              <a:ext cx="342497" cy="345343"/>
              <a:chOff x="0" y="0"/>
              <a:chExt cx="842671" cy="849742"/>
            </a:xfrm>
          </p:grpSpPr>
          <p:sp>
            <p:nvSpPr>
              <p:cNvPr id="275" name="Freeform 275"/>
              <p:cNvSpPr/>
              <p:nvPr/>
            </p:nvSpPr>
            <p:spPr>
              <a:xfrm>
                <a:off x="0" y="0"/>
                <a:ext cx="842671" cy="849742"/>
              </a:xfrm>
              <a:custGeom>
                <a:avLst/>
                <a:gdLst/>
                <a:ahLst/>
                <a:cxnLst/>
                <a:rect l="l" t="t" r="r" b="b"/>
                <a:pathLst>
                  <a:path w="842671" h="849742">
                    <a:moveTo>
                      <a:pt x="842671" y="158231"/>
                    </a:moveTo>
                    <a:lnTo>
                      <a:pt x="842671" y="691511"/>
                    </a:lnTo>
                    <a:cubicBezTo>
                      <a:pt x="842671" y="733477"/>
                      <a:pt x="826000" y="773723"/>
                      <a:pt x="796326" y="803397"/>
                    </a:cubicBezTo>
                    <a:cubicBezTo>
                      <a:pt x="766652" y="833071"/>
                      <a:pt x="726406" y="849742"/>
                      <a:pt x="684441" y="849742"/>
                    </a:cubicBezTo>
                    <a:lnTo>
                      <a:pt x="158231" y="849742"/>
                    </a:lnTo>
                    <a:cubicBezTo>
                      <a:pt x="116265" y="849742"/>
                      <a:pt x="76019" y="833071"/>
                      <a:pt x="46345" y="803397"/>
                    </a:cubicBezTo>
                    <a:cubicBezTo>
                      <a:pt x="16671" y="773723"/>
                      <a:pt x="0" y="733477"/>
                      <a:pt x="0" y="691511"/>
                    </a:cubicBezTo>
                    <a:lnTo>
                      <a:pt x="0" y="158231"/>
                    </a:lnTo>
                    <a:cubicBezTo>
                      <a:pt x="0" y="116265"/>
                      <a:pt x="16671" y="76019"/>
                      <a:pt x="46345" y="46345"/>
                    </a:cubicBezTo>
                    <a:cubicBezTo>
                      <a:pt x="76019" y="16671"/>
                      <a:pt x="116265" y="0"/>
                      <a:pt x="158231" y="0"/>
                    </a:cubicBezTo>
                    <a:lnTo>
                      <a:pt x="684441" y="0"/>
                    </a:lnTo>
                    <a:cubicBezTo>
                      <a:pt x="726406" y="0"/>
                      <a:pt x="766652" y="16671"/>
                      <a:pt x="796326" y="46345"/>
                    </a:cubicBezTo>
                    <a:cubicBezTo>
                      <a:pt x="826000" y="76019"/>
                      <a:pt x="842671" y="116265"/>
                      <a:pt x="842671" y="158231"/>
                    </a:cubicBezTo>
                    <a:close/>
                  </a:path>
                </a:pathLst>
              </a:custGeom>
              <a:solidFill>
                <a:srgbClr val="612C9E">
                  <a:alpha val="62745"/>
                </a:srgbClr>
              </a:solidFill>
            </p:spPr>
            <p:txBody>
              <a:bodyPr/>
              <a:lstStyle/>
              <a:p>
                <a:endParaRPr lang="es-CO"/>
              </a:p>
            </p:txBody>
          </p:sp>
          <p:sp>
            <p:nvSpPr>
              <p:cNvPr id="276" name="TextBox 276"/>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77" name="Group 277"/>
            <p:cNvGrpSpPr/>
            <p:nvPr/>
          </p:nvGrpSpPr>
          <p:grpSpPr>
            <a:xfrm rot="-10800000">
              <a:off x="844357" y="494292"/>
              <a:ext cx="387429" cy="390649"/>
              <a:chOff x="0" y="0"/>
              <a:chExt cx="842671" cy="849742"/>
            </a:xfrm>
          </p:grpSpPr>
          <p:sp>
            <p:nvSpPr>
              <p:cNvPr id="278" name="Freeform 278"/>
              <p:cNvSpPr/>
              <p:nvPr/>
            </p:nvSpPr>
            <p:spPr>
              <a:xfrm>
                <a:off x="0" y="0"/>
                <a:ext cx="842671" cy="849742"/>
              </a:xfrm>
              <a:custGeom>
                <a:avLst/>
                <a:gdLst/>
                <a:ahLst/>
                <a:cxnLst/>
                <a:rect l="l" t="t" r="r" b="b"/>
                <a:pathLst>
                  <a:path w="842671" h="849742">
                    <a:moveTo>
                      <a:pt x="842671" y="119897"/>
                    </a:moveTo>
                    <a:lnTo>
                      <a:pt x="842671" y="729845"/>
                    </a:lnTo>
                    <a:cubicBezTo>
                      <a:pt x="842671" y="761644"/>
                      <a:pt x="830039" y="792140"/>
                      <a:pt x="807554" y="814625"/>
                    </a:cubicBezTo>
                    <a:cubicBezTo>
                      <a:pt x="785069" y="837110"/>
                      <a:pt x="754573" y="849742"/>
                      <a:pt x="722774" y="849742"/>
                    </a:cubicBezTo>
                    <a:lnTo>
                      <a:pt x="119897" y="849742"/>
                    </a:lnTo>
                    <a:cubicBezTo>
                      <a:pt x="53680" y="849742"/>
                      <a:pt x="0" y="796062"/>
                      <a:pt x="0" y="729845"/>
                    </a:cubicBezTo>
                    <a:lnTo>
                      <a:pt x="0" y="119897"/>
                    </a:lnTo>
                    <a:cubicBezTo>
                      <a:pt x="0" y="88098"/>
                      <a:pt x="12632" y="57602"/>
                      <a:pt x="35117" y="35117"/>
                    </a:cubicBezTo>
                    <a:cubicBezTo>
                      <a:pt x="57602" y="12632"/>
                      <a:pt x="88098" y="0"/>
                      <a:pt x="119897" y="0"/>
                    </a:cubicBezTo>
                    <a:lnTo>
                      <a:pt x="722774" y="0"/>
                    </a:lnTo>
                    <a:cubicBezTo>
                      <a:pt x="754573" y="0"/>
                      <a:pt x="785069" y="12632"/>
                      <a:pt x="807554" y="35117"/>
                    </a:cubicBezTo>
                    <a:cubicBezTo>
                      <a:pt x="830039" y="57602"/>
                      <a:pt x="842671" y="88098"/>
                      <a:pt x="842671" y="119897"/>
                    </a:cubicBezTo>
                    <a:close/>
                  </a:path>
                </a:pathLst>
              </a:custGeom>
              <a:solidFill>
                <a:srgbClr val="5628A1">
                  <a:alpha val="62745"/>
                </a:srgbClr>
              </a:solidFill>
            </p:spPr>
            <p:txBody>
              <a:bodyPr/>
              <a:lstStyle/>
              <a:p>
                <a:endParaRPr lang="es-CO"/>
              </a:p>
            </p:txBody>
          </p:sp>
          <p:sp>
            <p:nvSpPr>
              <p:cNvPr id="279" name="TextBox 279"/>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80" name="Group 280"/>
            <p:cNvGrpSpPr/>
            <p:nvPr/>
          </p:nvGrpSpPr>
          <p:grpSpPr>
            <a:xfrm rot="-10800000">
              <a:off x="51809" y="157189"/>
              <a:ext cx="107147" cy="108038"/>
              <a:chOff x="0" y="0"/>
              <a:chExt cx="842671" cy="849742"/>
            </a:xfrm>
          </p:grpSpPr>
          <p:sp>
            <p:nvSpPr>
              <p:cNvPr id="281" name="Freeform 281"/>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82" name="TextBox 282"/>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83" name="Group 283"/>
            <p:cNvGrpSpPr/>
            <p:nvPr/>
          </p:nvGrpSpPr>
          <p:grpSpPr>
            <a:xfrm rot="-10800000">
              <a:off x="1413758" y="39493"/>
              <a:ext cx="282652" cy="285001"/>
              <a:chOff x="0" y="0"/>
              <a:chExt cx="842671" cy="849742"/>
            </a:xfrm>
          </p:grpSpPr>
          <p:sp>
            <p:nvSpPr>
              <p:cNvPr id="284" name="Freeform 284"/>
              <p:cNvSpPr/>
              <p:nvPr/>
            </p:nvSpPr>
            <p:spPr>
              <a:xfrm>
                <a:off x="0" y="0"/>
                <a:ext cx="842671" cy="849742"/>
              </a:xfrm>
              <a:custGeom>
                <a:avLst/>
                <a:gdLst/>
                <a:ahLst/>
                <a:cxnLst/>
                <a:rect l="l" t="t" r="r" b="b"/>
                <a:pathLst>
                  <a:path w="842671" h="849742">
                    <a:moveTo>
                      <a:pt x="842671" y="164342"/>
                    </a:moveTo>
                    <a:lnTo>
                      <a:pt x="842671" y="685400"/>
                    </a:lnTo>
                    <a:cubicBezTo>
                      <a:pt x="842671" y="776164"/>
                      <a:pt x="769093" y="849742"/>
                      <a:pt x="678329" y="849742"/>
                    </a:cubicBezTo>
                    <a:lnTo>
                      <a:pt x="164342" y="849742"/>
                    </a:lnTo>
                    <a:cubicBezTo>
                      <a:pt x="73578" y="849742"/>
                      <a:pt x="0" y="776164"/>
                      <a:pt x="0" y="685400"/>
                    </a:cubicBezTo>
                    <a:lnTo>
                      <a:pt x="0" y="164342"/>
                    </a:lnTo>
                    <a:cubicBezTo>
                      <a:pt x="0" y="73578"/>
                      <a:pt x="73578" y="0"/>
                      <a:pt x="164342" y="0"/>
                    </a:cubicBezTo>
                    <a:lnTo>
                      <a:pt x="678329" y="0"/>
                    </a:lnTo>
                    <a:cubicBezTo>
                      <a:pt x="769093" y="0"/>
                      <a:pt x="842671" y="73578"/>
                      <a:pt x="842671" y="164342"/>
                    </a:cubicBezTo>
                    <a:close/>
                  </a:path>
                </a:pathLst>
              </a:custGeom>
              <a:solidFill>
                <a:srgbClr val="5628A1">
                  <a:alpha val="62745"/>
                </a:srgbClr>
              </a:solidFill>
            </p:spPr>
            <p:txBody>
              <a:bodyPr/>
              <a:lstStyle/>
              <a:p>
                <a:endParaRPr lang="es-CO"/>
              </a:p>
            </p:txBody>
          </p:sp>
          <p:sp>
            <p:nvSpPr>
              <p:cNvPr id="285" name="TextBox 285"/>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86" name="Group 286"/>
            <p:cNvGrpSpPr/>
            <p:nvPr/>
          </p:nvGrpSpPr>
          <p:grpSpPr>
            <a:xfrm rot="-10800000">
              <a:off x="1515299" y="654696"/>
              <a:ext cx="107147" cy="108038"/>
              <a:chOff x="0" y="0"/>
              <a:chExt cx="842671" cy="849742"/>
            </a:xfrm>
          </p:grpSpPr>
          <p:sp>
            <p:nvSpPr>
              <p:cNvPr id="287" name="Freeform 287"/>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06194C">
                  <a:alpha val="62745"/>
                </a:srgbClr>
              </a:solidFill>
            </p:spPr>
            <p:txBody>
              <a:bodyPr/>
              <a:lstStyle/>
              <a:p>
                <a:endParaRPr lang="es-CO"/>
              </a:p>
            </p:txBody>
          </p:sp>
          <p:sp>
            <p:nvSpPr>
              <p:cNvPr id="288" name="TextBox 288"/>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89" name="Group 289"/>
            <p:cNvGrpSpPr/>
            <p:nvPr/>
          </p:nvGrpSpPr>
          <p:grpSpPr>
            <a:xfrm rot="-10800000">
              <a:off x="1008340" y="1711576"/>
              <a:ext cx="107147" cy="108038"/>
              <a:chOff x="0" y="0"/>
              <a:chExt cx="842671" cy="849742"/>
            </a:xfrm>
          </p:grpSpPr>
          <p:sp>
            <p:nvSpPr>
              <p:cNvPr id="290" name="Freeform 290"/>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E2EAC">
                  <a:alpha val="62745"/>
                </a:srgbClr>
              </a:solidFill>
            </p:spPr>
            <p:txBody>
              <a:bodyPr/>
              <a:lstStyle/>
              <a:p>
                <a:endParaRPr lang="es-CO"/>
              </a:p>
            </p:txBody>
          </p:sp>
          <p:sp>
            <p:nvSpPr>
              <p:cNvPr id="291" name="TextBox 291"/>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92" name="Group 292"/>
            <p:cNvGrpSpPr/>
            <p:nvPr/>
          </p:nvGrpSpPr>
          <p:grpSpPr>
            <a:xfrm rot="-10800000">
              <a:off x="926524" y="2105677"/>
              <a:ext cx="265485" cy="267692"/>
              <a:chOff x="0" y="0"/>
              <a:chExt cx="842671" cy="849742"/>
            </a:xfrm>
          </p:grpSpPr>
          <p:sp>
            <p:nvSpPr>
              <p:cNvPr id="293" name="Freeform 293"/>
              <p:cNvSpPr/>
              <p:nvPr/>
            </p:nvSpPr>
            <p:spPr>
              <a:xfrm>
                <a:off x="0" y="0"/>
                <a:ext cx="842671" cy="849742"/>
              </a:xfrm>
              <a:custGeom>
                <a:avLst/>
                <a:gdLst/>
                <a:ahLst/>
                <a:cxnLst/>
                <a:rect l="l" t="t" r="r" b="b"/>
                <a:pathLst>
                  <a:path w="842671" h="849742">
                    <a:moveTo>
                      <a:pt x="842671" y="145807"/>
                    </a:moveTo>
                    <a:lnTo>
                      <a:pt x="842671" y="703935"/>
                    </a:lnTo>
                    <a:cubicBezTo>
                      <a:pt x="842671" y="742605"/>
                      <a:pt x="827309" y="779692"/>
                      <a:pt x="799965" y="807036"/>
                    </a:cubicBezTo>
                    <a:cubicBezTo>
                      <a:pt x="772621" y="834380"/>
                      <a:pt x="735535" y="849742"/>
                      <a:pt x="696864" y="849742"/>
                    </a:cubicBezTo>
                    <a:lnTo>
                      <a:pt x="145807" y="849742"/>
                    </a:lnTo>
                    <a:cubicBezTo>
                      <a:pt x="65280" y="849742"/>
                      <a:pt x="0" y="784462"/>
                      <a:pt x="0" y="703935"/>
                    </a:cubicBezTo>
                    <a:lnTo>
                      <a:pt x="0" y="145807"/>
                    </a:lnTo>
                    <a:cubicBezTo>
                      <a:pt x="0" y="65280"/>
                      <a:pt x="65280" y="0"/>
                      <a:pt x="145807" y="0"/>
                    </a:cubicBezTo>
                    <a:lnTo>
                      <a:pt x="696864" y="0"/>
                    </a:lnTo>
                    <a:cubicBezTo>
                      <a:pt x="777391" y="0"/>
                      <a:pt x="842671" y="65280"/>
                      <a:pt x="842671" y="145807"/>
                    </a:cubicBezTo>
                    <a:close/>
                  </a:path>
                </a:pathLst>
              </a:custGeom>
              <a:solidFill>
                <a:srgbClr val="612C9E">
                  <a:alpha val="62745"/>
                </a:srgbClr>
              </a:solidFill>
            </p:spPr>
            <p:txBody>
              <a:bodyPr/>
              <a:lstStyle/>
              <a:p>
                <a:endParaRPr lang="es-CO"/>
              </a:p>
            </p:txBody>
          </p:sp>
          <p:sp>
            <p:nvSpPr>
              <p:cNvPr id="294" name="TextBox 294"/>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95" name="Group 295"/>
            <p:cNvGrpSpPr/>
            <p:nvPr/>
          </p:nvGrpSpPr>
          <p:grpSpPr>
            <a:xfrm rot="-10800000">
              <a:off x="76911" y="1630806"/>
              <a:ext cx="107147" cy="108038"/>
              <a:chOff x="0" y="0"/>
              <a:chExt cx="842671" cy="849742"/>
            </a:xfrm>
          </p:grpSpPr>
          <p:sp>
            <p:nvSpPr>
              <p:cNvPr id="296" name="Freeform 296"/>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5628A1">
                  <a:alpha val="62745"/>
                </a:srgbClr>
              </a:solidFill>
            </p:spPr>
            <p:txBody>
              <a:bodyPr/>
              <a:lstStyle/>
              <a:p>
                <a:endParaRPr lang="es-CO"/>
              </a:p>
            </p:txBody>
          </p:sp>
          <p:sp>
            <p:nvSpPr>
              <p:cNvPr id="297" name="TextBox 297"/>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298" name="Group 298"/>
            <p:cNvGrpSpPr/>
            <p:nvPr/>
          </p:nvGrpSpPr>
          <p:grpSpPr>
            <a:xfrm rot="-10800000">
              <a:off x="900746" y="1101313"/>
              <a:ext cx="301825" cy="304334"/>
              <a:chOff x="0" y="0"/>
              <a:chExt cx="842671" cy="849742"/>
            </a:xfrm>
          </p:grpSpPr>
          <p:sp>
            <p:nvSpPr>
              <p:cNvPr id="299" name="Freeform 299"/>
              <p:cNvSpPr/>
              <p:nvPr/>
            </p:nvSpPr>
            <p:spPr>
              <a:xfrm>
                <a:off x="0" y="0"/>
                <a:ext cx="842671" cy="849742"/>
              </a:xfrm>
              <a:custGeom>
                <a:avLst/>
                <a:gdLst/>
                <a:ahLst/>
                <a:cxnLst/>
                <a:rect l="l" t="t" r="r" b="b"/>
                <a:pathLst>
                  <a:path w="842671" h="849742">
                    <a:moveTo>
                      <a:pt x="842671" y="128252"/>
                    </a:moveTo>
                    <a:lnTo>
                      <a:pt x="842671" y="721490"/>
                    </a:lnTo>
                    <a:cubicBezTo>
                      <a:pt x="842671" y="755505"/>
                      <a:pt x="829159" y="788126"/>
                      <a:pt x="805107" y="812178"/>
                    </a:cubicBezTo>
                    <a:cubicBezTo>
                      <a:pt x="781055" y="836230"/>
                      <a:pt x="748434" y="849742"/>
                      <a:pt x="714419" y="849742"/>
                    </a:cubicBezTo>
                    <a:lnTo>
                      <a:pt x="128252" y="849742"/>
                    </a:lnTo>
                    <a:cubicBezTo>
                      <a:pt x="57420" y="849742"/>
                      <a:pt x="0" y="792322"/>
                      <a:pt x="0" y="721490"/>
                    </a:cubicBezTo>
                    <a:lnTo>
                      <a:pt x="0" y="128252"/>
                    </a:lnTo>
                    <a:cubicBezTo>
                      <a:pt x="0" y="57420"/>
                      <a:pt x="57420" y="0"/>
                      <a:pt x="128252" y="0"/>
                    </a:cubicBezTo>
                    <a:lnTo>
                      <a:pt x="714419" y="0"/>
                    </a:lnTo>
                    <a:cubicBezTo>
                      <a:pt x="785251" y="0"/>
                      <a:pt x="842671" y="57420"/>
                      <a:pt x="842671" y="128252"/>
                    </a:cubicBezTo>
                    <a:close/>
                  </a:path>
                </a:pathLst>
              </a:custGeom>
              <a:solidFill>
                <a:srgbClr val="612C9E">
                  <a:alpha val="62745"/>
                </a:srgbClr>
              </a:solidFill>
            </p:spPr>
            <p:txBody>
              <a:bodyPr/>
              <a:lstStyle/>
              <a:p>
                <a:endParaRPr lang="es-CO"/>
              </a:p>
            </p:txBody>
          </p:sp>
          <p:sp>
            <p:nvSpPr>
              <p:cNvPr id="300" name="TextBox 300"/>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301" name="Group 301"/>
            <p:cNvGrpSpPr/>
            <p:nvPr/>
          </p:nvGrpSpPr>
          <p:grpSpPr>
            <a:xfrm rot="-10800000">
              <a:off x="1489943" y="1063754"/>
              <a:ext cx="241928" cy="243938"/>
              <a:chOff x="0" y="0"/>
              <a:chExt cx="842671" cy="849742"/>
            </a:xfrm>
          </p:grpSpPr>
          <p:sp>
            <p:nvSpPr>
              <p:cNvPr id="302" name="Freeform 302"/>
              <p:cNvSpPr/>
              <p:nvPr/>
            </p:nvSpPr>
            <p:spPr>
              <a:xfrm>
                <a:off x="0" y="0"/>
                <a:ext cx="842671" cy="849742"/>
              </a:xfrm>
              <a:custGeom>
                <a:avLst/>
                <a:gdLst/>
                <a:ahLst/>
                <a:cxnLst/>
                <a:rect l="l" t="t" r="r" b="b"/>
                <a:pathLst>
                  <a:path w="842671" h="849742">
                    <a:moveTo>
                      <a:pt x="842671" y="224007"/>
                    </a:moveTo>
                    <a:lnTo>
                      <a:pt x="842671" y="625735"/>
                    </a:lnTo>
                    <a:cubicBezTo>
                      <a:pt x="842671" y="749451"/>
                      <a:pt x="742380" y="849742"/>
                      <a:pt x="618664" y="849742"/>
                    </a:cubicBezTo>
                    <a:lnTo>
                      <a:pt x="224007" y="849742"/>
                    </a:lnTo>
                    <a:cubicBezTo>
                      <a:pt x="100291" y="849742"/>
                      <a:pt x="0" y="749451"/>
                      <a:pt x="0" y="625735"/>
                    </a:cubicBezTo>
                    <a:lnTo>
                      <a:pt x="0" y="224007"/>
                    </a:lnTo>
                    <a:cubicBezTo>
                      <a:pt x="0" y="100291"/>
                      <a:pt x="100291" y="0"/>
                      <a:pt x="224007" y="0"/>
                    </a:cubicBezTo>
                    <a:lnTo>
                      <a:pt x="618664" y="0"/>
                    </a:lnTo>
                    <a:cubicBezTo>
                      <a:pt x="742380" y="0"/>
                      <a:pt x="842671" y="100291"/>
                      <a:pt x="842671" y="224007"/>
                    </a:cubicBezTo>
                    <a:close/>
                  </a:path>
                </a:pathLst>
              </a:custGeom>
              <a:solidFill>
                <a:srgbClr val="612C9E">
                  <a:alpha val="62745"/>
                </a:srgbClr>
              </a:solidFill>
            </p:spPr>
            <p:txBody>
              <a:bodyPr/>
              <a:lstStyle/>
              <a:p>
                <a:endParaRPr lang="es-CO"/>
              </a:p>
            </p:txBody>
          </p:sp>
          <p:sp>
            <p:nvSpPr>
              <p:cNvPr id="303" name="TextBox 303"/>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304" name="Group 304"/>
            <p:cNvGrpSpPr/>
            <p:nvPr/>
          </p:nvGrpSpPr>
          <p:grpSpPr>
            <a:xfrm rot="-10800000">
              <a:off x="0" y="604914"/>
              <a:ext cx="241928" cy="243938"/>
              <a:chOff x="0" y="0"/>
              <a:chExt cx="842671" cy="849742"/>
            </a:xfrm>
          </p:grpSpPr>
          <p:sp>
            <p:nvSpPr>
              <p:cNvPr id="305" name="Freeform 305"/>
              <p:cNvSpPr/>
              <p:nvPr/>
            </p:nvSpPr>
            <p:spPr>
              <a:xfrm>
                <a:off x="0" y="0"/>
                <a:ext cx="842671" cy="849742"/>
              </a:xfrm>
              <a:custGeom>
                <a:avLst/>
                <a:gdLst/>
                <a:ahLst/>
                <a:cxnLst/>
                <a:rect l="l" t="t" r="r" b="b"/>
                <a:pathLst>
                  <a:path w="842671" h="849742">
                    <a:moveTo>
                      <a:pt x="842671" y="224007"/>
                    </a:moveTo>
                    <a:lnTo>
                      <a:pt x="842671" y="625735"/>
                    </a:lnTo>
                    <a:cubicBezTo>
                      <a:pt x="842671" y="749451"/>
                      <a:pt x="742380" y="849742"/>
                      <a:pt x="618664" y="849742"/>
                    </a:cubicBezTo>
                    <a:lnTo>
                      <a:pt x="224007" y="849742"/>
                    </a:lnTo>
                    <a:cubicBezTo>
                      <a:pt x="100291" y="849742"/>
                      <a:pt x="0" y="749451"/>
                      <a:pt x="0" y="625735"/>
                    </a:cubicBezTo>
                    <a:lnTo>
                      <a:pt x="0" y="224007"/>
                    </a:lnTo>
                    <a:cubicBezTo>
                      <a:pt x="0" y="100291"/>
                      <a:pt x="100291" y="0"/>
                      <a:pt x="224007" y="0"/>
                    </a:cubicBezTo>
                    <a:lnTo>
                      <a:pt x="618664" y="0"/>
                    </a:lnTo>
                    <a:cubicBezTo>
                      <a:pt x="742380" y="0"/>
                      <a:pt x="842671" y="100291"/>
                      <a:pt x="842671" y="224007"/>
                    </a:cubicBezTo>
                    <a:close/>
                  </a:path>
                </a:pathLst>
              </a:custGeom>
              <a:solidFill>
                <a:srgbClr val="612C9E">
                  <a:alpha val="62745"/>
                </a:srgbClr>
              </a:solidFill>
            </p:spPr>
            <p:txBody>
              <a:bodyPr/>
              <a:lstStyle/>
              <a:p>
                <a:endParaRPr lang="es-CO"/>
              </a:p>
            </p:txBody>
          </p:sp>
          <p:sp>
            <p:nvSpPr>
              <p:cNvPr id="306" name="TextBox 306"/>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307" name="Group 307"/>
            <p:cNvGrpSpPr/>
            <p:nvPr/>
          </p:nvGrpSpPr>
          <p:grpSpPr>
            <a:xfrm rot="-10800000">
              <a:off x="409004" y="0"/>
              <a:ext cx="241928" cy="243938"/>
              <a:chOff x="0" y="0"/>
              <a:chExt cx="842671" cy="849742"/>
            </a:xfrm>
          </p:grpSpPr>
          <p:sp>
            <p:nvSpPr>
              <p:cNvPr id="308" name="Freeform 308"/>
              <p:cNvSpPr/>
              <p:nvPr/>
            </p:nvSpPr>
            <p:spPr>
              <a:xfrm>
                <a:off x="0" y="0"/>
                <a:ext cx="842671" cy="849742"/>
              </a:xfrm>
              <a:custGeom>
                <a:avLst/>
                <a:gdLst/>
                <a:ahLst/>
                <a:cxnLst/>
                <a:rect l="l" t="t" r="r" b="b"/>
                <a:pathLst>
                  <a:path w="842671" h="849742">
                    <a:moveTo>
                      <a:pt x="842671" y="160005"/>
                    </a:moveTo>
                    <a:lnTo>
                      <a:pt x="842671" y="689737"/>
                    </a:lnTo>
                    <a:cubicBezTo>
                      <a:pt x="842671" y="732173"/>
                      <a:pt x="825814" y="772871"/>
                      <a:pt x="795807" y="802877"/>
                    </a:cubicBezTo>
                    <a:cubicBezTo>
                      <a:pt x="765800" y="832884"/>
                      <a:pt x="725102" y="849742"/>
                      <a:pt x="682666" y="849742"/>
                    </a:cubicBezTo>
                    <a:lnTo>
                      <a:pt x="160005" y="849742"/>
                    </a:lnTo>
                    <a:cubicBezTo>
                      <a:pt x="71637" y="849742"/>
                      <a:pt x="0" y="778105"/>
                      <a:pt x="0" y="689737"/>
                    </a:cubicBezTo>
                    <a:lnTo>
                      <a:pt x="0" y="160005"/>
                    </a:lnTo>
                    <a:cubicBezTo>
                      <a:pt x="0" y="71637"/>
                      <a:pt x="71637" y="0"/>
                      <a:pt x="160005" y="0"/>
                    </a:cubicBezTo>
                    <a:lnTo>
                      <a:pt x="682666" y="0"/>
                    </a:lnTo>
                    <a:cubicBezTo>
                      <a:pt x="771034" y="0"/>
                      <a:pt x="842671" y="71637"/>
                      <a:pt x="842671" y="160005"/>
                    </a:cubicBezTo>
                    <a:close/>
                  </a:path>
                </a:pathLst>
              </a:custGeom>
              <a:solidFill>
                <a:srgbClr val="612C9E">
                  <a:alpha val="62745"/>
                </a:srgbClr>
              </a:solidFill>
            </p:spPr>
            <p:txBody>
              <a:bodyPr/>
              <a:lstStyle/>
              <a:p>
                <a:endParaRPr lang="es-CO"/>
              </a:p>
            </p:txBody>
          </p:sp>
          <p:sp>
            <p:nvSpPr>
              <p:cNvPr id="309" name="TextBox 309"/>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nvGrpSpPr>
            <p:cNvPr id="310" name="Group 310"/>
            <p:cNvGrpSpPr/>
            <p:nvPr/>
          </p:nvGrpSpPr>
          <p:grpSpPr>
            <a:xfrm rot="-10800000">
              <a:off x="554655" y="441601"/>
              <a:ext cx="107147" cy="108038"/>
              <a:chOff x="0" y="0"/>
              <a:chExt cx="842671" cy="849742"/>
            </a:xfrm>
          </p:grpSpPr>
          <p:sp>
            <p:nvSpPr>
              <p:cNvPr id="311" name="Freeform 311"/>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312" name="TextBox 312"/>
              <p:cNvSpPr txBox="1"/>
              <p:nvPr/>
            </p:nvSpPr>
            <p:spPr>
              <a:xfrm>
                <a:off x="0" y="-47625"/>
                <a:ext cx="842671" cy="897367"/>
              </a:xfrm>
              <a:prstGeom prst="rect">
                <a:avLst/>
              </a:prstGeom>
            </p:spPr>
            <p:txBody>
              <a:bodyPr lIns="38380" tIns="38380" rIns="38380" bIns="38380" rtlCol="0" anchor="ctr"/>
              <a:lstStyle/>
              <a:p>
                <a:pPr algn="ctr">
                  <a:lnSpc>
                    <a:spcPts val="2730"/>
                  </a:lnSpc>
                  <a:spcBef>
                    <a:spcPct val="0"/>
                  </a:spcBef>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194C"/>
        </a:solidFill>
        <a:effectLst/>
      </p:bgPr>
    </p:bg>
    <p:spTree>
      <p:nvGrpSpPr>
        <p:cNvPr id="1" name=""/>
        <p:cNvGrpSpPr/>
        <p:nvPr/>
      </p:nvGrpSpPr>
      <p:grpSpPr>
        <a:xfrm>
          <a:off x="0" y="0"/>
          <a:ext cx="0" cy="0"/>
          <a:chOff x="0" y="0"/>
          <a:chExt cx="0" cy="0"/>
        </a:xfrm>
      </p:grpSpPr>
      <p:sp>
        <p:nvSpPr>
          <p:cNvPr id="2" name="Freeform 2"/>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2"/>
            <a:stretch>
              <a:fillRect/>
            </a:stretch>
          </a:blipFill>
        </p:spPr>
        <p:txBody>
          <a:bodyPr/>
          <a:lstStyle/>
          <a:p>
            <a:endParaRPr lang="es-CO"/>
          </a:p>
        </p:txBody>
      </p:sp>
      <p:sp>
        <p:nvSpPr>
          <p:cNvPr id="3" name="Freeform 3"/>
          <p:cNvSpPr/>
          <p:nvPr/>
        </p:nvSpPr>
        <p:spPr>
          <a:xfrm rot="-5400000">
            <a:off x="-4114800" y="4177391"/>
            <a:ext cx="10287000" cy="1932217"/>
          </a:xfrm>
          <a:custGeom>
            <a:avLst/>
            <a:gdLst/>
            <a:ahLst/>
            <a:cxnLst/>
            <a:rect l="l" t="t" r="r" b="b"/>
            <a:pathLst>
              <a:path w="10287000" h="1932217">
                <a:moveTo>
                  <a:pt x="0" y="0"/>
                </a:moveTo>
                <a:lnTo>
                  <a:pt x="10287000" y="0"/>
                </a:lnTo>
                <a:lnTo>
                  <a:pt x="10287000" y="1932218"/>
                </a:lnTo>
                <a:lnTo>
                  <a:pt x="0" y="1932218"/>
                </a:lnTo>
                <a:lnTo>
                  <a:pt x="0" y="0"/>
                </a:lnTo>
                <a:close/>
              </a:path>
            </a:pathLst>
          </a:custGeom>
          <a:blipFill>
            <a:blip r:embed="rId3">
              <a:alphaModFix amt="30000"/>
            </a:blip>
            <a:stretch>
              <a:fillRect r="-33259" b="-299073"/>
            </a:stretch>
          </a:blipFill>
        </p:spPr>
        <p:txBody>
          <a:bodyPr/>
          <a:lstStyle/>
          <a:p>
            <a:endParaRPr lang="es-CO"/>
          </a:p>
        </p:txBody>
      </p:sp>
      <p:sp>
        <p:nvSpPr>
          <p:cNvPr id="4" name="Freeform 4"/>
          <p:cNvSpPr/>
          <p:nvPr/>
        </p:nvSpPr>
        <p:spPr>
          <a:xfrm>
            <a:off x="14419226" y="1028700"/>
            <a:ext cx="4724718" cy="4114800"/>
          </a:xfrm>
          <a:custGeom>
            <a:avLst/>
            <a:gdLst/>
            <a:ahLst/>
            <a:cxnLst/>
            <a:rect l="l" t="t" r="r" b="b"/>
            <a:pathLst>
              <a:path w="4724718" h="4114800">
                <a:moveTo>
                  <a:pt x="0" y="0"/>
                </a:moveTo>
                <a:lnTo>
                  <a:pt x="4724718" y="0"/>
                </a:lnTo>
                <a:lnTo>
                  <a:pt x="4724718" y="4114800"/>
                </a:lnTo>
                <a:lnTo>
                  <a:pt x="0" y="4114800"/>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p:spPr>
        <p:txBody>
          <a:bodyPr/>
          <a:lstStyle/>
          <a:p>
            <a:endParaRPr lang="es-CO"/>
          </a:p>
        </p:txBody>
      </p:sp>
      <p:sp>
        <p:nvSpPr>
          <p:cNvPr id="5" name="Freeform 5"/>
          <p:cNvSpPr/>
          <p:nvPr/>
        </p:nvSpPr>
        <p:spPr>
          <a:xfrm>
            <a:off x="12214264" y="-1189717"/>
            <a:ext cx="4724718" cy="4114800"/>
          </a:xfrm>
          <a:custGeom>
            <a:avLst/>
            <a:gdLst/>
            <a:ahLst/>
            <a:cxnLst/>
            <a:rect l="l" t="t" r="r" b="b"/>
            <a:pathLst>
              <a:path w="4724718" h="4114800">
                <a:moveTo>
                  <a:pt x="0" y="0"/>
                </a:moveTo>
                <a:lnTo>
                  <a:pt x="4724718" y="0"/>
                </a:lnTo>
                <a:lnTo>
                  <a:pt x="4724718" y="4114800"/>
                </a:lnTo>
                <a:lnTo>
                  <a:pt x="0" y="4114800"/>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p:spPr>
        <p:txBody>
          <a:bodyPr/>
          <a:lstStyle/>
          <a:p>
            <a:endParaRPr lang="es-CO"/>
          </a:p>
        </p:txBody>
      </p:sp>
      <p:grpSp>
        <p:nvGrpSpPr>
          <p:cNvPr id="6" name="Group 6"/>
          <p:cNvGrpSpPr/>
          <p:nvPr/>
        </p:nvGrpSpPr>
        <p:grpSpPr>
          <a:xfrm>
            <a:off x="10840130" y="1952803"/>
            <a:ext cx="5482046" cy="7192048"/>
            <a:chOff x="0" y="0"/>
            <a:chExt cx="4504529" cy="5909617"/>
          </a:xfrm>
        </p:grpSpPr>
        <p:sp>
          <p:nvSpPr>
            <p:cNvPr id="7" name="Freeform 7"/>
            <p:cNvSpPr/>
            <p:nvPr/>
          </p:nvSpPr>
          <p:spPr>
            <a:xfrm>
              <a:off x="0" y="0"/>
              <a:ext cx="4504529" cy="5908613"/>
            </a:xfrm>
            <a:custGeom>
              <a:avLst/>
              <a:gdLst/>
              <a:ahLst/>
              <a:cxnLst/>
              <a:rect l="l" t="t" r="r" b="b"/>
              <a:pathLst>
                <a:path w="4504529" h="5908613">
                  <a:moveTo>
                    <a:pt x="323593" y="5389627"/>
                  </a:moveTo>
                  <a:lnTo>
                    <a:pt x="0" y="5389627"/>
                  </a:lnTo>
                  <a:lnTo>
                    <a:pt x="0" y="587247"/>
                  </a:lnTo>
                  <a:lnTo>
                    <a:pt x="323593" y="587247"/>
                  </a:lnTo>
                  <a:lnTo>
                    <a:pt x="323593" y="5389627"/>
                  </a:lnTo>
                  <a:close/>
                  <a:moveTo>
                    <a:pt x="770323" y="346325"/>
                  </a:moveTo>
                  <a:lnTo>
                    <a:pt x="369411" y="346325"/>
                  </a:lnTo>
                  <a:lnTo>
                    <a:pt x="369411" y="5622518"/>
                  </a:lnTo>
                  <a:lnTo>
                    <a:pt x="770323" y="5622518"/>
                  </a:lnTo>
                  <a:lnTo>
                    <a:pt x="770323" y="346325"/>
                  </a:lnTo>
                  <a:close/>
                  <a:moveTo>
                    <a:pt x="1113962" y="0"/>
                  </a:moveTo>
                  <a:lnTo>
                    <a:pt x="897756" y="0"/>
                  </a:lnTo>
                  <a:lnTo>
                    <a:pt x="897756" y="5614487"/>
                  </a:lnTo>
                  <a:lnTo>
                    <a:pt x="1113962" y="5614487"/>
                  </a:lnTo>
                  <a:lnTo>
                    <a:pt x="1113962" y="0"/>
                  </a:lnTo>
                  <a:close/>
                  <a:moveTo>
                    <a:pt x="3781456" y="5035271"/>
                  </a:moveTo>
                  <a:lnTo>
                    <a:pt x="4105049" y="5035271"/>
                  </a:lnTo>
                  <a:lnTo>
                    <a:pt x="4105049" y="232891"/>
                  </a:lnTo>
                  <a:lnTo>
                    <a:pt x="3781456" y="232891"/>
                  </a:lnTo>
                  <a:lnTo>
                    <a:pt x="3781456" y="5035271"/>
                  </a:lnTo>
                  <a:close/>
                  <a:moveTo>
                    <a:pt x="4180936" y="5062374"/>
                  </a:moveTo>
                  <a:lnTo>
                    <a:pt x="4504529" y="5062374"/>
                  </a:lnTo>
                  <a:lnTo>
                    <a:pt x="4504529" y="1201599"/>
                  </a:lnTo>
                  <a:lnTo>
                    <a:pt x="4180936" y="1201599"/>
                  </a:lnTo>
                  <a:lnTo>
                    <a:pt x="4180936" y="5062374"/>
                  </a:lnTo>
                  <a:close/>
                  <a:moveTo>
                    <a:pt x="3333294" y="5276192"/>
                  </a:moveTo>
                  <a:lnTo>
                    <a:pt x="3734205" y="5276192"/>
                  </a:lnTo>
                  <a:lnTo>
                    <a:pt x="3734205" y="0"/>
                  </a:lnTo>
                  <a:lnTo>
                    <a:pt x="3333294" y="0"/>
                  </a:lnTo>
                  <a:lnTo>
                    <a:pt x="3333294" y="5276192"/>
                  </a:lnTo>
                  <a:close/>
                  <a:moveTo>
                    <a:pt x="2991087" y="5622518"/>
                  </a:moveTo>
                  <a:lnTo>
                    <a:pt x="3207293" y="5622518"/>
                  </a:lnTo>
                  <a:lnTo>
                    <a:pt x="3207293" y="8031"/>
                  </a:lnTo>
                  <a:lnTo>
                    <a:pt x="2991087" y="8031"/>
                  </a:lnTo>
                  <a:lnTo>
                    <a:pt x="2991087" y="5622518"/>
                  </a:lnTo>
                  <a:close/>
                  <a:moveTo>
                    <a:pt x="1426100" y="294126"/>
                  </a:moveTo>
                  <a:lnTo>
                    <a:pt x="1209894" y="294126"/>
                  </a:lnTo>
                  <a:lnTo>
                    <a:pt x="1209894" y="5908613"/>
                  </a:lnTo>
                  <a:lnTo>
                    <a:pt x="1426100" y="5908613"/>
                  </a:lnTo>
                  <a:lnTo>
                    <a:pt x="1426100" y="294126"/>
                  </a:lnTo>
                  <a:close/>
                  <a:moveTo>
                    <a:pt x="2879405" y="117449"/>
                  </a:moveTo>
                  <a:lnTo>
                    <a:pt x="1483373" y="117449"/>
                  </a:lnTo>
                  <a:lnTo>
                    <a:pt x="1483373" y="5731937"/>
                  </a:lnTo>
                  <a:lnTo>
                    <a:pt x="2879405" y="5731937"/>
                  </a:lnTo>
                  <a:lnTo>
                    <a:pt x="2879405" y="117449"/>
                  </a:lnTo>
                  <a:close/>
                </a:path>
              </a:pathLst>
            </a:custGeom>
            <a:blipFill>
              <a:blip r:embed="rId6"/>
              <a:stretch>
                <a:fillRect l="-48444" r="-48444"/>
              </a:stretch>
            </a:blipFill>
          </p:spPr>
          <p:txBody>
            <a:bodyPr/>
            <a:lstStyle/>
            <a:p>
              <a:endParaRPr lang="es-CO"/>
            </a:p>
          </p:txBody>
        </p:sp>
      </p:grpSp>
      <p:sp>
        <p:nvSpPr>
          <p:cNvPr id="8" name="TextBox 8"/>
          <p:cNvSpPr txBox="1"/>
          <p:nvPr/>
        </p:nvSpPr>
        <p:spPr>
          <a:xfrm>
            <a:off x="3962401" y="2228850"/>
            <a:ext cx="4280442" cy="1543050"/>
          </a:xfrm>
          <a:prstGeom prst="rect">
            <a:avLst/>
          </a:prstGeom>
        </p:spPr>
        <p:txBody>
          <a:bodyPr wrap="square" lIns="0" tIns="0" rIns="0" bIns="0" rtlCol="0" anchor="t">
            <a:spAutoFit/>
          </a:bodyPr>
          <a:lstStyle/>
          <a:p>
            <a:pPr algn="ctr">
              <a:lnSpc>
                <a:spcPts val="12599"/>
              </a:lnSpc>
            </a:pPr>
            <a:r>
              <a:rPr lang="en-US" sz="9000" dirty="0" err="1">
                <a:solidFill>
                  <a:srgbClr val="FFFFFF"/>
                </a:solidFill>
                <a:latin typeface="Intro"/>
                <a:ea typeface="Intro"/>
                <a:cs typeface="Intro"/>
                <a:sym typeface="Intro"/>
              </a:rPr>
              <a:t>Título</a:t>
            </a:r>
            <a:endParaRPr lang="en-US" sz="9000" dirty="0">
              <a:solidFill>
                <a:srgbClr val="FFFFFF"/>
              </a:solidFill>
              <a:latin typeface="Intro"/>
              <a:ea typeface="Intro"/>
              <a:cs typeface="Intro"/>
              <a:sym typeface="Intro"/>
            </a:endParaRPr>
          </a:p>
        </p:txBody>
      </p:sp>
      <p:sp>
        <p:nvSpPr>
          <p:cNvPr id="9" name="TextBox 9"/>
          <p:cNvSpPr txBox="1"/>
          <p:nvPr/>
        </p:nvSpPr>
        <p:spPr>
          <a:xfrm>
            <a:off x="3426399" y="4059674"/>
            <a:ext cx="5021495" cy="328295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FFFFFF"/>
                </a:solidFill>
                <a:latin typeface="Prachason Neue"/>
                <a:ea typeface="Prachason Neue"/>
                <a:cs typeface="Prachason Neue"/>
                <a:sym typeface="Prachason Neue"/>
              </a:rPr>
              <a:t>Agregar algo de texto</a:t>
            </a:r>
            <a:r>
              <a:rPr lang="en-US" sz="2000" u="none" strike="noStrike">
                <a:solidFill>
                  <a:srgbClr val="FFFFFF"/>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sp>
        <p:nvSpPr>
          <p:cNvPr id="10" name="Freeform 10"/>
          <p:cNvSpPr/>
          <p:nvPr/>
        </p:nvSpPr>
        <p:spPr>
          <a:xfrm>
            <a:off x="6665038" y="8698856"/>
            <a:ext cx="2623914" cy="2285191"/>
          </a:xfrm>
          <a:custGeom>
            <a:avLst/>
            <a:gdLst/>
            <a:ahLst/>
            <a:cxnLst/>
            <a:rect l="l" t="t" r="r" b="b"/>
            <a:pathLst>
              <a:path w="2623914" h="2285191">
                <a:moveTo>
                  <a:pt x="0" y="0"/>
                </a:moveTo>
                <a:lnTo>
                  <a:pt x="2623914" y="0"/>
                </a:lnTo>
                <a:lnTo>
                  <a:pt x="2623914" y="2285191"/>
                </a:lnTo>
                <a:lnTo>
                  <a:pt x="0" y="2285191"/>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1" name="Freeform 11"/>
          <p:cNvSpPr/>
          <p:nvPr/>
        </p:nvSpPr>
        <p:spPr>
          <a:xfrm>
            <a:off x="6367730" y="8469005"/>
            <a:ext cx="1136967" cy="990195"/>
          </a:xfrm>
          <a:custGeom>
            <a:avLst/>
            <a:gdLst/>
            <a:ahLst/>
            <a:cxnLst/>
            <a:rect l="l" t="t" r="r" b="b"/>
            <a:pathLst>
              <a:path w="1136967" h="990195">
                <a:moveTo>
                  <a:pt x="0" y="0"/>
                </a:moveTo>
                <a:lnTo>
                  <a:pt x="1136968" y="0"/>
                </a:lnTo>
                <a:lnTo>
                  <a:pt x="1136968" y="990195"/>
                </a:lnTo>
                <a:lnTo>
                  <a:pt x="0" y="990195"/>
                </a:lnTo>
                <a:lnTo>
                  <a:pt x="0" y="0"/>
                </a:lnTo>
                <a:close/>
              </a:path>
            </a:pathLst>
          </a:custGeom>
          <a:blipFill>
            <a:blip r:embed="rId4">
              <a:alphaModFix amt="6999"/>
              <a:extLst>
                <a:ext uri="{96DAC541-7B7A-43D3-8B79-37D633B846F1}">
                  <asvg:svgBlip xmlns:asvg="http://schemas.microsoft.com/office/drawing/2016/SVG/main" r:embed="rId5"/>
                </a:ext>
              </a:extLst>
            </a:blip>
            <a:stretch>
              <a:fillRect/>
            </a:stretch>
          </a:blipFill>
        </p:spPr>
        <p:txBody>
          <a:bodyPr/>
          <a:lstStyle/>
          <a:p>
            <a:endParaRPr lang="es-CO"/>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9999"/>
            </a:blip>
            <a:stretch>
              <a:fillRect l="-40973" t="-79140" r="-38167"/>
            </a:stretch>
          </a:blipFill>
        </p:spPr>
        <p:txBody>
          <a:bodyPr/>
          <a:lstStyle/>
          <a:p>
            <a:endParaRPr lang="es-CO"/>
          </a:p>
        </p:txBody>
      </p:sp>
      <p:sp>
        <p:nvSpPr>
          <p:cNvPr id="3" name="Freeform 3"/>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grpSp>
        <p:nvGrpSpPr>
          <p:cNvPr id="4" name="Group 4"/>
          <p:cNvGrpSpPr/>
          <p:nvPr/>
        </p:nvGrpSpPr>
        <p:grpSpPr>
          <a:xfrm>
            <a:off x="0" y="0"/>
            <a:ext cx="8854687" cy="10287000"/>
            <a:chOff x="0" y="0"/>
            <a:chExt cx="771650" cy="896471"/>
          </a:xfrm>
        </p:grpSpPr>
        <p:sp>
          <p:nvSpPr>
            <p:cNvPr id="5" name="Freeform 5"/>
            <p:cNvSpPr/>
            <p:nvPr/>
          </p:nvSpPr>
          <p:spPr>
            <a:xfrm>
              <a:off x="0" y="0"/>
              <a:ext cx="771650" cy="896471"/>
            </a:xfrm>
            <a:custGeom>
              <a:avLst/>
              <a:gdLst/>
              <a:ahLst/>
              <a:cxnLst/>
              <a:rect l="l" t="t" r="r" b="b"/>
              <a:pathLst>
                <a:path w="771650" h="896471">
                  <a:moveTo>
                    <a:pt x="568450" y="0"/>
                  </a:moveTo>
                  <a:lnTo>
                    <a:pt x="0" y="0"/>
                  </a:lnTo>
                  <a:lnTo>
                    <a:pt x="0" y="896471"/>
                  </a:lnTo>
                  <a:lnTo>
                    <a:pt x="568450" y="896471"/>
                  </a:lnTo>
                  <a:lnTo>
                    <a:pt x="771650" y="448235"/>
                  </a:lnTo>
                  <a:lnTo>
                    <a:pt x="568450" y="0"/>
                  </a:lnTo>
                  <a:close/>
                </a:path>
              </a:pathLst>
            </a:custGeom>
            <a:blipFill>
              <a:blip r:embed="rId4"/>
              <a:stretch>
                <a:fillRect l="-75935" r="-75935"/>
              </a:stretch>
            </a:blipFill>
          </p:spPr>
          <p:txBody>
            <a:bodyPr/>
            <a:lstStyle/>
            <a:p>
              <a:endParaRPr lang="es-CO"/>
            </a:p>
          </p:txBody>
        </p:sp>
      </p:grpSp>
      <p:sp>
        <p:nvSpPr>
          <p:cNvPr id="6" name="TextBox 6"/>
          <p:cNvSpPr txBox="1"/>
          <p:nvPr/>
        </p:nvSpPr>
        <p:spPr>
          <a:xfrm>
            <a:off x="10284241" y="4653697"/>
            <a:ext cx="6516108" cy="4248785"/>
          </a:xfrm>
          <a:prstGeom prst="rect">
            <a:avLst/>
          </a:prstGeom>
        </p:spPr>
        <p:txBody>
          <a:bodyPr lIns="0" tIns="0" rIns="0" bIns="0" rtlCol="0" anchor="t">
            <a:spAutoFit/>
          </a:bodyPr>
          <a:lstStyle/>
          <a:p>
            <a:pPr marL="0" lvl="0" indent="0" algn="ctr">
              <a:lnSpc>
                <a:spcPts val="3639"/>
              </a:lnSpc>
              <a:spcBef>
                <a:spcPct val="0"/>
              </a:spcBef>
            </a:pPr>
            <a:r>
              <a:rPr lang="en-US" sz="2599">
                <a:solidFill>
                  <a:srgbClr val="051B4C"/>
                </a:solidFill>
                <a:latin typeface="Prachason Neue"/>
                <a:ea typeface="Prachason Neue"/>
                <a:cs typeface="Prachason Neue"/>
                <a:sym typeface="Prachason Neue"/>
              </a:rPr>
              <a:t>Agregar algo de texto</a:t>
            </a:r>
            <a:r>
              <a:rPr lang="en-US" sz="2599"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sp>
        <p:nvSpPr>
          <p:cNvPr id="7" name="TextBox 7"/>
          <p:cNvSpPr txBox="1"/>
          <p:nvPr/>
        </p:nvSpPr>
        <p:spPr>
          <a:xfrm>
            <a:off x="11353801" y="3310672"/>
            <a:ext cx="4269336" cy="1543050"/>
          </a:xfrm>
          <a:prstGeom prst="rect">
            <a:avLst/>
          </a:prstGeom>
        </p:spPr>
        <p:txBody>
          <a:bodyPr wrap="square" lIns="0" tIns="0" rIns="0" bIns="0" rtlCol="0" anchor="t">
            <a:spAutoFit/>
          </a:bodyPr>
          <a:lstStyle/>
          <a:p>
            <a:pPr algn="ctr">
              <a:lnSpc>
                <a:spcPts val="12599"/>
              </a:lnSpc>
            </a:pPr>
            <a:r>
              <a:rPr lang="en-US" sz="9000" dirty="0" err="1">
                <a:solidFill>
                  <a:srgbClr val="051B4C"/>
                </a:solidFill>
                <a:latin typeface="Intro"/>
                <a:ea typeface="Intro"/>
                <a:cs typeface="Intro"/>
                <a:sym typeface="Intro"/>
              </a:rPr>
              <a:t>Título</a:t>
            </a:r>
            <a:endParaRPr lang="en-US" sz="9000" dirty="0">
              <a:solidFill>
                <a:srgbClr val="051B4C"/>
              </a:solidFill>
              <a:latin typeface="Intro"/>
              <a:ea typeface="Intro"/>
              <a:cs typeface="Intro"/>
              <a:sym typeface="Int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B4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3627675" cy="2147014"/>
            </a:xfrm>
            <a:custGeom>
              <a:avLst/>
              <a:gdLst/>
              <a:ahLst/>
              <a:cxnLst/>
              <a:rect l="l" t="t" r="r" b="b"/>
              <a:pathLst>
                <a:path w="23627675" h="2147014">
                  <a:moveTo>
                    <a:pt x="0" y="0"/>
                  </a:moveTo>
                  <a:lnTo>
                    <a:pt x="23627675" y="0"/>
                  </a:lnTo>
                  <a:lnTo>
                    <a:pt x="23627675" y="2147014"/>
                  </a:lnTo>
                  <a:lnTo>
                    <a:pt x="0" y="2147014"/>
                  </a:lnTo>
                  <a:lnTo>
                    <a:pt x="0" y="0"/>
                  </a:lnTo>
                  <a:close/>
                </a:path>
              </a:pathLst>
            </a:custGeom>
            <a:blipFill>
              <a:blip r:embed="rId2">
                <a:alphaModFix amt="40000"/>
              </a:blip>
              <a:stretch>
                <a:fillRect l="-3201" t="-97331" b="-441509"/>
              </a:stretch>
            </a:blipFill>
          </p:spPr>
          <p:txBody>
            <a:bodyPr/>
            <a:lstStyle/>
            <a:p>
              <a:endParaRPr lang="es-CO"/>
            </a:p>
          </p:txBody>
        </p:sp>
        <p:sp>
          <p:nvSpPr>
            <p:cNvPr id="4" name="Freeform 4"/>
            <p:cNvSpPr/>
            <p:nvPr/>
          </p:nvSpPr>
          <p:spPr>
            <a:xfrm>
              <a:off x="0" y="11795883"/>
              <a:ext cx="24384000" cy="1920117"/>
            </a:xfrm>
            <a:custGeom>
              <a:avLst/>
              <a:gdLst/>
              <a:ahLst/>
              <a:cxnLst/>
              <a:rect l="l" t="t" r="r" b="b"/>
              <a:pathLst>
                <a:path w="24384000" h="1920117">
                  <a:moveTo>
                    <a:pt x="0" y="0"/>
                  </a:moveTo>
                  <a:lnTo>
                    <a:pt x="24384000" y="0"/>
                  </a:lnTo>
                  <a:lnTo>
                    <a:pt x="24384000" y="1920117"/>
                  </a:lnTo>
                  <a:lnTo>
                    <a:pt x="0" y="1920117"/>
                  </a:lnTo>
                  <a:lnTo>
                    <a:pt x="0" y="0"/>
                  </a:lnTo>
                  <a:close/>
                </a:path>
              </a:pathLst>
            </a:custGeom>
            <a:blipFill>
              <a:blip r:embed="rId2">
                <a:alphaModFix amt="40000"/>
              </a:blip>
              <a:stretch>
                <a:fillRect t="-505353" b="-108977"/>
              </a:stretch>
            </a:blipFill>
          </p:spPr>
          <p:txBody>
            <a:bodyPr/>
            <a:lstStyle/>
            <a:p>
              <a:endParaRPr lang="es-CO"/>
            </a:p>
          </p:txBody>
        </p:sp>
      </p:grpSp>
      <p:sp>
        <p:nvSpPr>
          <p:cNvPr id="5" name="Freeform 5"/>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grpSp>
        <p:nvGrpSpPr>
          <p:cNvPr id="6" name="Group 6"/>
          <p:cNvGrpSpPr/>
          <p:nvPr/>
        </p:nvGrpSpPr>
        <p:grpSpPr>
          <a:xfrm>
            <a:off x="0" y="2413951"/>
            <a:ext cx="18288000" cy="5447066"/>
            <a:chOff x="0" y="0"/>
            <a:chExt cx="4816593" cy="1434618"/>
          </a:xfrm>
        </p:grpSpPr>
        <p:sp>
          <p:nvSpPr>
            <p:cNvPr id="7" name="Freeform 7"/>
            <p:cNvSpPr/>
            <p:nvPr/>
          </p:nvSpPr>
          <p:spPr>
            <a:xfrm>
              <a:off x="0" y="0"/>
              <a:ext cx="4816592" cy="1434618"/>
            </a:xfrm>
            <a:custGeom>
              <a:avLst/>
              <a:gdLst/>
              <a:ahLst/>
              <a:cxnLst/>
              <a:rect l="l" t="t" r="r" b="b"/>
              <a:pathLst>
                <a:path w="4816592" h="1434618">
                  <a:moveTo>
                    <a:pt x="0" y="0"/>
                  </a:moveTo>
                  <a:lnTo>
                    <a:pt x="4816592" y="0"/>
                  </a:lnTo>
                  <a:lnTo>
                    <a:pt x="4816592" y="1434618"/>
                  </a:lnTo>
                  <a:lnTo>
                    <a:pt x="0" y="1434618"/>
                  </a:lnTo>
                  <a:close/>
                </a:path>
              </a:pathLst>
            </a:custGeom>
            <a:solidFill>
              <a:srgbClr val="FFFFFF"/>
            </a:solidFill>
          </p:spPr>
          <p:txBody>
            <a:bodyPr/>
            <a:lstStyle/>
            <a:p>
              <a:endParaRPr lang="es-CO"/>
            </a:p>
          </p:txBody>
        </p:sp>
        <p:sp>
          <p:nvSpPr>
            <p:cNvPr id="8" name="TextBox 8"/>
            <p:cNvSpPr txBox="1"/>
            <p:nvPr/>
          </p:nvSpPr>
          <p:spPr>
            <a:xfrm>
              <a:off x="0" y="-57150"/>
              <a:ext cx="4816593" cy="1491768"/>
            </a:xfrm>
            <a:prstGeom prst="rect">
              <a:avLst/>
            </a:prstGeom>
          </p:spPr>
          <p:txBody>
            <a:bodyPr lIns="50800" tIns="50800" rIns="50800" bIns="50800" rtlCol="0" anchor="ctr"/>
            <a:lstStyle/>
            <a:p>
              <a:pPr algn="ctr">
                <a:lnSpc>
                  <a:spcPts val="3640"/>
                </a:lnSpc>
              </a:pPr>
              <a:endParaRPr/>
            </a:p>
          </p:txBody>
        </p:sp>
      </p:grpSp>
      <p:sp>
        <p:nvSpPr>
          <p:cNvPr id="9" name="TextBox 9"/>
          <p:cNvSpPr txBox="1"/>
          <p:nvPr/>
        </p:nvSpPr>
        <p:spPr>
          <a:xfrm>
            <a:off x="1233419" y="4554549"/>
            <a:ext cx="8495494" cy="2419985"/>
          </a:xfrm>
          <a:prstGeom prst="rect">
            <a:avLst/>
          </a:prstGeom>
        </p:spPr>
        <p:txBody>
          <a:bodyPr lIns="0" tIns="0" rIns="0" bIns="0" rtlCol="0" anchor="t">
            <a:spAutoFit/>
          </a:bodyPr>
          <a:lstStyle/>
          <a:p>
            <a:pPr marL="0" lvl="0" indent="0" algn="ctr">
              <a:lnSpc>
                <a:spcPts val="3640"/>
              </a:lnSpc>
              <a:spcBef>
                <a:spcPct val="0"/>
              </a:spcBef>
            </a:pPr>
            <a:r>
              <a:rPr lang="en-US" sz="2600">
                <a:solidFill>
                  <a:srgbClr val="051B4C"/>
                </a:solidFill>
                <a:latin typeface="Prachason Neue"/>
                <a:ea typeface="Prachason Neue"/>
                <a:cs typeface="Prachason Neue"/>
                <a:sym typeface="Prachason Neue"/>
              </a:rPr>
              <a:t>Agregar algo de texto</a:t>
            </a:r>
            <a:r>
              <a:rPr lang="en-US" sz="2600"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a:t>
            </a:r>
          </a:p>
        </p:txBody>
      </p:sp>
      <p:sp>
        <p:nvSpPr>
          <p:cNvPr id="10" name="TextBox 10"/>
          <p:cNvSpPr txBox="1"/>
          <p:nvPr/>
        </p:nvSpPr>
        <p:spPr>
          <a:xfrm>
            <a:off x="3505200" y="2973031"/>
            <a:ext cx="4279401" cy="1543050"/>
          </a:xfrm>
          <a:prstGeom prst="rect">
            <a:avLst/>
          </a:prstGeom>
        </p:spPr>
        <p:txBody>
          <a:bodyPr wrap="square" lIns="0" tIns="0" rIns="0" bIns="0" rtlCol="0" anchor="t">
            <a:spAutoFit/>
          </a:bodyPr>
          <a:lstStyle/>
          <a:p>
            <a:pPr algn="ctr">
              <a:lnSpc>
                <a:spcPts val="12599"/>
              </a:lnSpc>
            </a:pPr>
            <a:r>
              <a:rPr lang="en-US" sz="9000" dirty="0" err="1">
                <a:solidFill>
                  <a:srgbClr val="051B4C"/>
                </a:solidFill>
                <a:latin typeface="Intro"/>
                <a:ea typeface="Intro"/>
                <a:cs typeface="Intro"/>
                <a:sym typeface="Intro"/>
              </a:rPr>
              <a:t>Título</a:t>
            </a:r>
            <a:endParaRPr lang="en-US" sz="9000" dirty="0">
              <a:solidFill>
                <a:srgbClr val="051B4C"/>
              </a:solidFill>
              <a:latin typeface="Intro"/>
              <a:ea typeface="Intro"/>
              <a:cs typeface="Intro"/>
              <a:sym typeface="Intro"/>
            </a:endParaRPr>
          </a:p>
        </p:txBody>
      </p:sp>
      <p:grpSp>
        <p:nvGrpSpPr>
          <p:cNvPr id="11" name="Group 11"/>
          <p:cNvGrpSpPr/>
          <p:nvPr/>
        </p:nvGrpSpPr>
        <p:grpSpPr>
          <a:xfrm rot="-10800000">
            <a:off x="10062904" y="2413951"/>
            <a:ext cx="8225096" cy="5447066"/>
            <a:chOff x="0" y="0"/>
            <a:chExt cx="716784" cy="474690"/>
          </a:xfrm>
        </p:grpSpPr>
        <p:sp>
          <p:nvSpPr>
            <p:cNvPr id="12" name="Freeform 12"/>
            <p:cNvSpPr/>
            <p:nvPr/>
          </p:nvSpPr>
          <p:spPr>
            <a:xfrm flipH="1" flipV="1">
              <a:off x="0" y="0"/>
              <a:ext cx="716784" cy="474690"/>
            </a:xfrm>
            <a:custGeom>
              <a:avLst/>
              <a:gdLst/>
              <a:ahLst/>
              <a:cxnLst/>
              <a:rect l="l" t="t" r="r" b="b"/>
              <a:pathLst>
                <a:path w="716784" h="474690">
                  <a:moveTo>
                    <a:pt x="203200" y="474690"/>
                  </a:moveTo>
                  <a:lnTo>
                    <a:pt x="716784" y="474690"/>
                  </a:lnTo>
                  <a:lnTo>
                    <a:pt x="716784" y="0"/>
                  </a:lnTo>
                  <a:lnTo>
                    <a:pt x="203200" y="0"/>
                  </a:lnTo>
                  <a:lnTo>
                    <a:pt x="0" y="237345"/>
                  </a:lnTo>
                  <a:lnTo>
                    <a:pt x="203200" y="474690"/>
                  </a:lnTo>
                  <a:close/>
                </a:path>
              </a:pathLst>
            </a:custGeom>
            <a:blipFill>
              <a:blip r:embed="rId4"/>
              <a:stretch>
                <a:fillRect l="-9062" r="-8670"/>
              </a:stretch>
            </a:blipFill>
            <a:ln cap="sq">
              <a:noFill/>
              <a:prstDash val="solid"/>
              <a:miter/>
            </a:ln>
          </p:spPr>
          <p:txBody>
            <a:bodyPr/>
            <a:lstStyle/>
            <a:p>
              <a:endParaRPr lang="es-CO"/>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0B3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3627675" cy="2147014"/>
            </a:xfrm>
            <a:custGeom>
              <a:avLst/>
              <a:gdLst/>
              <a:ahLst/>
              <a:cxnLst/>
              <a:rect l="l" t="t" r="r" b="b"/>
              <a:pathLst>
                <a:path w="23627675" h="2147014">
                  <a:moveTo>
                    <a:pt x="0" y="0"/>
                  </a:moveTo>
                  <a:lnTo>
                    <a:pt x="23627675" y="0"/>
                  </a:lnTo>
                  <a:lnTo>
                    <a:pt x="23627675" y="2147014"/>
                  </a:lnTo>
                  <a:lnTo>
                    <a:pt x="0" y="2147014"/>
                  </a:lnTo>
                  <a:lnTo>
                    <a:pt x="0" y="0"/>
                  </a:lnTo>
                  <a:close/>
                </a:path>
              </a:pathLst>
            </a:custGeom>
            <a:blipFill>
              <a:blip r:embed="rId2">
                <a:alphaModFix amt="40000"/>
              </a:blip>
              <a:stretch>
                <a:fillRect l="-3201" t="-97331" b="-441509"/>
              </a:stretch>
            </a:blipFill>
          </p:spPr>
          <p:txBody>
            <a:bodyPr/>
            <a:lstStyle/>
            <a:p>
              <a:endParaRPr lang="es-CO"/>
            </a:p>
          </p:txBody>
        </p:sp>
        <p:sp>
          <p:nvSpPr>
            <p:cNvPr id="4" name="Freeform 4"/>
            <p:cNvSpPr/>
            <p:nvPr/>
          </p:nvSpPr>
          <p:spPr>
            <a:xfrm>
              <a:off x="0" y="11795883"/>
              <a:ext cx="24384000" cy="1920117"/>
            </a:xfrm>
            <a:custGeom>
              <a:avLst/>
              <a:gdLst/>
              <a:ahLst/>
              <a:cxnLst/>
              <a:rect l="l" t="t" r="r" b="b"/>
              <a:pathLst>
                <a:path w="24384000" h="1920117">
                  <a:moveTo>
                    <a:pt x="0" y="0"/>
                  </a:moveTo>
                  <a:lnTo>
                    <a:pt x="24384000" y="0"/>
                  </a:lnTo>
                  <a:lnTo>
                    <a:pt x="24384000" y="1920117"/>
                  </a:lnTo>
                  <a:lnTo>
                    <a:pt x="0" y="1920117"/>
                  </a:lnTo>
                  <a:lnTo>
                    <a:pt x="0" y="0"/>
                  </a:lnTo>
                  <a:close/>
                </a:path>
              </a:pathLst>
            </a:custGeom>
            <a:blipFill>
              <a:blip r:embed="rId2">
                <a:alphaModFix amt="40000"/>
              </a:blip>
              <a:stretch>
                <a:fillRect t="-505353" b="-108977"/>
              </a:stretch>
            </a:blipFill>
          </p:spPr>
          <p:txBody>
            <a:bodyPr/>
            <a:lstStyle/>
            <a:p>
              <a:endParaRPr lang="es-CO"/>
            </a:p>
          </p:txBody>
        </p:sp>
      </p:grpSp>
      <p:sp>
        <p:nvSpPr>
          <p:cNvPr id="5" name="Freeform 5"/>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grpSp>
        <p:nvGrpSpPr>
          <p:cNvPr id="6" name="Group 6"/>
          <p:cNvGrpSpPr/>
          <p:nvPr/>
        </p:nvGrpSpPr>
        <p:grpSpPr>
          <a:xfrm>
            <a:off x="8803497" y="2490237"/>
            <a:ext cx="8455803" cy="5792649"/>
            <a:chOff x="0" y="0"/>
            <a:chExt cx="7586217" cy="5196939"/>
          </a:xfrm>
        </p:grpSpPr>
        <p:sp>
          <p:nvSpPr>
            <p:cNvPr id="7" name="Freeform 7"/>
            <p:cNvSpPr/>
            <p:nvPr/>
          </p:nvSpPr>
          <p:spPr>
            <a:xfrm>
              <a:off x="0" y="0"/>
              <a:ext cx="7586217" cy="5196056"/>
            </a:xfrm>
            <a:custGeom>
              <a:avLst/>
              <a:gdLst/>
              <a:ahLst/>
              <a:cxnLst/>
              <a:rect l="l" t="t" r="r" b="b"/>
              <a:pathLst>
                <a:path w="7586217" h="5196056">
                  <a:moveTo>
                    <a:pt x="544973" y="4739658"/>
                  </a:moveTo>
                  <a:lnTo>
                    <a:pt x="0" y="4739658"/>
                  </a:lnTo>
                  <a:lnTo>
                    <a:pt x="0" y="516428"/>
                  </a:lnTo>
                  <a:lnTo>
                    <a:pt x="544973" y="516428"/>
                  </a:lnTo>
                  <a:lnTo>
                    <a:pt x="544973" y="4739658"/>
                  </a:lnTo>
                  <a:close/>
                  <a:moveTo>
                    <a:pt x="1297325" y="304560"/>
                  </a:moveTo>
                  <a:lnTo>
                    <a:pt x="622137" y="304560"/>
                  </a:lnTo>
                  <a:lnTo>
                    <a:pt x="622137" y="4944463"/>
                  </a:lnTo>
                  <a:lnTo>
                    <a:pt x="1297325" y="4944463"/>
                  </a:lnTo>
                  <a:lnTo>
                    <a:pt x="1297325" y="304560"/>
                  </a:lnTo>
                  <a:close/>
                  <a:moveTo>
                    <a:pt x="1876058" y="0"/>
                  </a:moveTo>
                  <a:lnTo>
                    <a:pt x="1511938" y="0"/>
                  </a:lnTo>
                  <a:lnTo>
                    <a:pt x="1511938" y="4937401"/>
                  </a:lnTo>
                  <a:lnTo>
                    <a:pt x="1876058" y="4937401"/>
                  </a:lnTo>
                  <a:lnTo>
                    <a:pt x="1876058" y="0"/>
                  </a:lnTo>
                  <a:close/>
                  <a:moveTo>
                    <a:pt x="6368467" y="4428036"/>
                  </a:moveTo>
                  <a:lnTo>
                    <a:pt x="6913441" y="4428036"/>
                  </a:lnTo>
                  <a:lnTo>
                    <a:pt x="6913441" y="204805"/>
                  </a:lnTo>
                  <a:lnTo>
                    <a:pt x="6368467" y="204805"/>
                  </a:lnTo>
                  <a:lnTo>
                    <a:pt x="6368467" y="4428036"/>
                  </a:lnTo>
                  <a:close/>
                  <a:moveTo>
                    <a:pt x="7041244" y="4451871"/>
                  </a:moveTo>
                  <a:lnTo>
                    <a:pt x="7586217" y="4451871"/>
                  </a:lnTo>
                  <a:lnTo>
                    <a:pt x="7586217" y="1056690"/>
                  </a:lnTo>
                  <a:lnTo>
                    <a:pt x="7041244" y="1056690"/>
                  </a:lnTo>
                  <a:lnTo>
                    <a:pt x="7041244" y="4451871"/>
                  </a:lnTo>
                  <a:close/>
                  <a:moveTo>
                    <a:pt x="5613704" y="4639903"/>
                  </a:moveTo>
                  <a:lnTo>
                    <a:pt x="6288891" y="4639903"/>
                  </a:lnTo>
                  <a:lnTo>
                    <a:pt x="6288891" y="0"/>
                  </a:lnTo>
                  <a:lnTo>
                    <a:pt x="5613704" y="0"/>
                  </a:lnTo>
                  <a:lnTo>
                    <a:pt x="5613704" y="4639903"/>
                  </a:lnTo>
                  <a:close/>
                  <a:moveTo>
                    <a:pt x="5037383" y="4944463"/>
                  </a:moveTo>
                  <a:lnTo>
                    <a:pt x="5401502" y="4944463"/>
                  </a:lnTo>
                  <a:lnTo>
                    <a:pt x="5401502" y="7062"/>
                  </a:lnTo>
                  <a:lnTo>
                    <a:pt x="5037383" y="7062"/>
                  </a:lnTo>
                  <a:lnTo>
                    <a:pt x="5037383" y="4944463"/>
                  </a:lnTo>
                  <a:close/>
                  <a:moveTo>
                    <a:pt x="2401739" y="258655"/>
                  </a:moveTo>
                  <a:lnTo>
                    <a:pt x="2037620" y="258655"/>
                  </a:lnTo>
                  <a:lnTo>
                    <a:pt x="2037620" y="5196056"/>
                  </a:lnTo>
                  <a:lnTo>
                    <a:pt x="2401739" y="5196056"/>
                  </a:lnTo>
                  <a:lnTo>
                    <a:pt x="2401739" y="258655"/>
                  </a:lnTo>
                  <a:close/>
                  <a:moveTo>
                    <a:pt x="4849295" y="103286"/>
                  </a:moveTo>
                  <a:lnTo>
                    <a:pt x="2498195" y="103286"/>
                  </a:lnTo>
                  <a:lnTo>
                    <a:pt x="2498195" y="5040687"/>
                  </a:lnTo>
                  <a:lnTo>
                    <a:pt x="4849295" y="5040687"/>
                  </a:lnTo>
                  <a:lnTo>
                    <a:pt x="4849295" y="103286"/>
                  </a:lnTo>
                  <a:close/>
                </a:path>
              </a:pathLst>
            </a:custGeom>
            <a:blipFill>
              <a:blip r:embed="rId4"/>
              <a:stretch>
                <a:fillRect l="-18493" r="-18493"/>
              </a:stretch>
            </a:blipFill>
          </p:spPr>
          <p:txBody>
            <a:bodyPr/>
            <a:lstStyle/>
            <a:p>
              <a:endParaRPr lang="es-CO"/>
            </a:p>
          </p:txBody>
        </p:sp>
      </p:grpSp>
      <p:sp>
        <p:nvSpPr>
          <p:cNvPr id="8" name="TextBox 8"/>
          <p:cNvSpPr txBox="1"/>
          <p:nvPr/>
        </p:nvSpPr>
        <p:spPr>
          <a:xfrm>
            <a:off x="2045441" y="2088822"/>
            <a:ext cx="4161681" cy="1543050"/>
          </a:xfrm>
          <a:prstGeom prst="rect">
            <a:avLst/>
          </a:prstGeom>
        </p:spPr>
        <p:txBody>
          <a:bodyPr lIns="0" tIns="0" rIns="0" bIns="0" rtlCol="0" anchor="t">
            <a:spAutoFit/>
          </a:bodyPr>
          <a:lstStyle/>
          <a:p>
            <a:pPr algn="ctr">
              <a:lnSpc>
                <a:spcPts val="12599"/>
              </a:lnSpc>
            </a:pPr>
            <a:r>
              <a:rPr lang="en-US" sz="9000">
                <a:solidFill>
                  <a:srgbClr val="FFFFFF"/>
                </a:solidFill>
                <a:latin typeface="Intro"/>
                <a:ea typeface="Intro"/>
                <a:cs typeface="Intro"/>
                <a:sym typeface="Intro"/>
              </a:rPr>
              <a:t>Título</a:t>
            </a:r>
          </a:p>
        </p:txBody>
      </p:sp>
      <p:sp>
        <p:nvSpPr>
          <p:cNvPr id="9" name="TextBox 9"/>
          <p:cNvSpPr txBox="1"/>
          <p:nvPr/>
        </p:nvSpPr>
        <p:spPr>
          <a:xfrm>
            <a:off x="1028700" y="3576901"/>
            <a:ext cx="6195164" cy="4705985"/>
          </a:xfrm>
          <a:prstGeom prst="rect">
            <a:avLst/>
          </a:prstGeom>
        </p:spPr>
        <p:txBody>
          <a:bodyPr lIns="0" tIns="0" rIns="0" bIns="0" rtlCol="0" anchor="t">
            <a:spAutoFit/>
          </a:bodyPr>
          <a:lstStyle/>
          <a:p>
            <a:pPr marL="0" lvl="0" indent="0" algn="ctr">
              <a:lnSpc>
                <a:spcPts val="3640"/>
              </a:lnSpc>
              <a:spcBef>
                <a:spcPct val="0"/>
              </a:spcBef>
            </a:pPr>
            <a:r>
              <a:rPr lang="en-US" sz="2600">
                <a:solidFill>
                  <a:srgbClr val="FFFFFF"/>
                </a:solidFill>
                <a:latin typeface="Prachason Neue"/>
                <a:ea typeface="Prachason Neue"/>
                <a:cs typeface="Prachason Neue"/>
                <a:sym typeface="Prachason Neue"/>
              </a:rPr>
              <a:t>Agregar algo de texto</a:t>
            </a:r>
            <a:r>
              <a:rPr lang="en-US" sz="2600" u="none" strike="noStrike">
                <a:solidFill>
                  <a:srgbClr val="FFFFFF"/>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2064978"/>
            </a:xfrm>
            <a:custGeom>
              <a:avLst/>
              <a:gdLst/>
              <a:ahLst/>
              <a:cxnLst/>
              <a:rect l="l" t="t" r="r" b="b"/>
              <a:pathLst>
                <a:path w="24384000" h="2064978">
                  <a:moveTo>
                    <a:pt x="0" y="0"/>
                  </a:moveTo>
                  <a:lnTo>
                    <a:pt x="24384000" y="0"/>
                  </a:lnTo>
                  <a:lnTo>
                    <a:pt x="24384000" y="2064978"/>
                  </a:lnTo>
                  <a:lnTo>
                    <a:pt x="0" y="2064978"/>
                  </a:lnTo>
                  <a:lnTo>
                    <a:pt x="0" y="0"/>
                  </a:lnTo>
                  <a:close/>
                </a:path>
              </a:pathLst>
            </a:custGeom>
            <a:blipFill>
              <a:blip r:embed="rId2">
                <a:alphaModFix amt="25000"/>
              </a:blip>
              <a:stretch>
                <a:fillRect t="-98540" b="-465680"/>
              </a:stretch>
            </a:blipFill>
          </p:spPr>
          <p:txBody>
            <a:bodyPr/>
            <a:lstStyle/>
            <a:p>
              <a:endParaRPr lang="es-CO"/>
            </a:p>
          </p:txBody>
        </p:sp>
        <p:sp>
          <p:nvSpPr>
            <p:cNvPr id="4" name="Freeform 4"/>
            <p:cNvSpPr/>
            <p:nvPr/>
          </p:nvSpPr>
          <p:spPr>
            <a:xfrm>
              <a:off x="0" y="11464975"/>
              <a:ext cx="24384000" cy="2251025"/>
            </a:xfrm>
            <a:custGeom>
              <a:avLst/>
              <a:gdLst/>
              <a:ahLst/>
              <a:cxnLst/>
              <a:rect l="l" t="t" r="r" b="b"/>
              <a:pathLst>
                <a:path w="24384000" h="2251025">
                  <a:moveTo>
                    <a:pt x="0" y="0"/>
                  </a:moveTo>
                  <a:lnTo>
                    <a:pt x="24384000" y="0"/>
                  </a:lnTo>
                  <a:lnTo>
                    <a:pt x="24384000" y="2251025"/>
                  </a:lnTo>
                  <a:lnTo>
                    <a:pt x="0" y="2251025"/>
                  </a:lnTo>
                  <a:lnTo>
                    <a:pt x="0" y="0"/>
                  </a:lnTo>
                  <a:close/>
                </a:path>
              </a:pathLst>
            </a:custGeom>
            <a:blipFill>
              <a:blip r:embed="rId2">
                <a:alphaModFix amt="25000"/>
              </a:blip>
              <a:stretch>
                <a:fillRect t="-418122" b="-91200"/>
              </a:stretch>
            </a:blipFill>
          </p:spPr>
          <p:txBody>
            <a:bodyPr/>
            <a:lstStyle/>
            <a:p>
              <a:endParaRPr lang="es-CO"/>
            </a:p>
          </p:txBody>
        </p:sp>
      </p:grpSp>
      <p:sp>
        <p:nvSpPr>
          <p:cNvPr id="5" name="Freeform 5"/>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sp>
        <p:nvSpPr>
          <p:cNvPr id="6" name="TextBox 6"/>
          <p:cNvSpPr txBox="1"/>
          <p:nvPr/>
        </p:nvSpPr>
        <p:spPr>
          <a:xfrm>
            <a:off x="7010400" y="2903407"/>
            <a:ext cx="4214441" cy="1543050"/>
          </a:xfrm>
          <a:prstGeom prst="rect">
            <a:avLst/>
          </a:prstGeom>
        </p:spPr>
        <p:txBody>
          <a:bodyPr wrap="square" lIns="0" tIns="0" rIns="0" bIns="0" rtlCol="0" anchor="t">
            <a:spAutoFit/>
          </a:bodyPr>
          <a:lstStyle/>
          <a:p>
            <a:pPr algn="ctr">
              <a:lnSpc>
                <a:spcPts val="12599"/>
              </a:lnSpc>
            </a:pPr>
            <a:r>
              <a:rPr lang="en-US" sz="9000" dirty="0" err="1">
                <a:solidFill>
                  <a:srgbClr val="051B4C"/>
                </a:solidFill>
                <a:latin typeface="Intro"/>
                <a:ea typeface="Intro"/>
                <a:cs typeface="Intro"/>
                <a:sym typeface="Intro"/>
              </a:rPr>
              <a:t>Título</a:t>
            </a:r>
            <a:endParaRPr lang="en-US" sz="9000" dirty="0">
              <a:solidFill>
                <a:srgbClr val="051B4C"/>
              </a:solidFill>
              <a:latin typeface="Intro"/>
              <a:ea typeface="Intro"/>
              <a:cs typeface="Intro"/>
              <a:sym typeface="Intro"/>
            </a:endParaRPr>
          </a:p>
        </p:txBody>
      </p:sp>
      <p:sp>
        <p:nvSpPr>
          <p:cNvPr id="7" name="TextBox 7"/>
          <p:cNvSpPr txBox="1"/>
          <p:nvPr/>
        </p:nvSpPr>
        <p:spPr>
          <a:xfrm>
            <a:off x="2866887" y="4246432"/>
            <a:ext cx="12554226" cy="2419985"/>
          </a:xfrm>
          <a:prstGeom prst="rect">
            <a:avLst/>
          </a:prstGeom>
        </p:spPr>
        <p:txBody>
          <a:bodyPr lIns="0" tIns="0" rIns="0" bIns="0" rtlCol="0" anchor="t">
            <a:spAutoFit/>
          </a:bodyPr>
          <a:lstStyle/>
          <a:p>
            <a:pPr marL="0" lvl="0" indent="0" algn="ctr">
              <a:lnSpc>
                <a:spcPts val="3640"/>
              </a:lnSpc>
              <a:spcBef>
                <a:spcPct val="0"/>
              </a:spcBef>
            </a:pPr>
            <a:r>
              <a:rPr lang="en-US" sz="2600">
                <a:solidFill>
                  <a:srgbClr val="051B4C"/>
                </a:solidFill>
                <a:latin typeface="Prachason Neue"/>
                <a:ea typeface="Prachason Neue"/>
                <a:cs typeface="Prachason Neue"/>
                <a:sym typeface="Prachason Neue"/>
              </a:rPr>
              <a:t>Agregar algo de texto</a:t>
            </a:r>
            <a:r>
              <a:rPr lang="en-US" sz="2600"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0B3B"/>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30000"/>
            </a:blip>
            <a:stretch>
              <a:fillRect l="-40185" t="-21202" r="-2437" b="-21420"/>
            </a:stretch>
          </a:blipFill>
        </p:spPr>
        <p:txBody>
          <a:bodyPr/>
          <a:lstStyle/>
          <a:p>
            <a:endParaRPr lang="es-CO"/>
          </a:p>
        </p:txBody>
      </p:sp>
      <p:sp>
        <p:nvSpPr>
          <p:cNvPr id="3" name="Freeform 3"/>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grpSp>
        <p:nvGrpSpPr>
          <p:cNvPr id="4" name="Group 4"/>
          <p:cNvGrpSpPr/>
          <p:nvPr/>
        </p:nvGrpSpPr>
        <p:grpSpPr>
          <a:xfrm>
            <a:off x="0" y="1739389"/>
            <a:ext cx="18288000" cy="7380809"/>
            <a:chOff x="0" y="0"/>
            <a:chExt cx="4816593" cy="1943917"/>
          </a:xfrm>
        </p:grpSpPr>
        <p:sp>
          <p:nvSpPr>
            <p:cNvPr id="5" name="Freeform 5"/>
            <p:cNvSpPr/>
            <p:nvPr/>
          </p:nvSpPr>
          <p:spPr>
            <a:xfrm>
              <a:off x="0" y="0"/>
              <a:ext cx="4816592" cy="1943917"/>
            </a:xfrm>
            <a:custGeom>
              <a:avLst/>
              <a:gdLst/>
              <a:ahLst/>
              <a:cxnLst/>
              <a:rect l="l" t="t" r="r" b="b"/>
              <a:pathLst>
                <a:path w="4816592" h="1943917">
                  <a:moveTo>
                    <a:pt x="0" y="0"/>
                  </a:moveTo>
                  <a:lnTo>
                    <a:pt x="4816592" y="0"/>
                  </a:lnTo>
                  <a:lnTo>
                    <a:pt x="4816592" y="1943917"/>
                  </a:lnTo>
                  <a:lnTo>
                    <a:pt x="0" y="1943917"/>
                  </a:lnTo>
                  <a:close/>
                </a:path>
              </a:pathLst>
            </a:custGeom>
            <a:solidFill>
              <a:srgbClr val="FFFFFF">
                <a:alpha val="29804"/>
              </a:srgbClr>
            </a:solidFill>
          </p:spPr>
          <p:txBody>
            <a:bodyPr/>
            <a:lstStyle/>
            <a:p>
              <a:endParaRPr lang="es-CO"/>
            </a:p>
          </p:txBody>
        </p:sp>
        <p:sp>
          <p:nvSpPr>
            <p:cNvPr id="6" name="TextBox 6"/>
            <p:cNvSpPr txBox="1"/>
            <p:nvPr/>
          </p:nvSpPr>
          <p:spPr>
            <a:xfrm>
              <a:off x="0" y="-57150"/>
              <a:ext cx="4816593" cy="2001067"/>
            </a:xfrm>
            <a:prstGeom prst="rect">
              <a:avLst/>
            </a:prstGeom>
          </p:spPr>
          <p:txBody>
            <a:bodyPr lIns="50800" tIns="50800" rIns="50800" bIns="50800" rtlCol="0" anchor="ctr"/>
            <a:lstStyle/>
            <a:p>
              <a:pPr algn="ctr">
                <a:lnSpc>
                  <a:spcPts val="3640"/>
                </a:lnSpc>
              </a:pPr>
              <a:endParaRPr/>
            </a:p>
          </p:txBody>
        </p:sp>
      </p:grpSp>
      <p:grpSp>
        <p:nvGrpSpPr>
          <p:cNvPr id="7" name="Group 7"/>
          <p:cNvGrpSpPr/>
          <p:nvPr/>
        </p:nvGrpSpPr>
        <p:grpSpPr>
          <a:xfrm>
            <a:off x="600433" y="2256553"/>
            <a:ext cx="5357124" cy="6346482"/>
            <a:chOff x="0" y="0"/>
            <a:chExt cx="1410930" cy="1671501"/>
          </a:xfrm>
        </p:grpSpPr>
        <p:sp>
          <p:nvSpPr>
            <p:cNvPr id="8" name="Freeform 8"/>
            <p:cNvSpPr/>
            <p:nvPr/>
          </p:nvSpPr>
          <p:spPr>
            <a:xfrm>
              <a:off x="0" y="0"/>
              <a:ext cx="1410930" cy="1671501"/>
            </a:xfrm>
            <a:custGeom>
              <a:avLst/>
              <a:gdLst/>
              <a:ahLst/>
              <a:cxnLst/>
              <a:rect l="l" t="t" r="r" b="b"/>
              <a:pathLst>
                <a:path w="1410930" h="1671501">
                  <a:moveTo>
                    <a:pt x="46245" y="0"/>
                  </a:moveTo>
                  <a:lnTo>
                    <a:pt x="1364685" y="0"/>
                  </a:lnTo>
                  <a:cubicBezTo>
                    <a:pt x="1390225" y="0"/>
                    <a:pt x="1410930" y="20705"/>
                    <a:pt x="1410930" y="46245"/>
                  </a:cubicBezTo>
                  <a:lnTo>
                    <a:pt x="1410930" y="1625256"/>
                  </a:lnTo>
                  <a:cubicBezTo>
                    <a:pt x="1410930" y="1637521"/>
                    <a:pt x="1406058" y="1649284"/>
                    <a:pt x="1397385" y="1657956"/>
                  </a:cubicBezTo>
                  <a:cubicBezTo>
                    <a:pt x="1388712" y="1666629"/>
                    <a:pt x="1376950" y="1671501"/>
                    <a:pt x="1364685" y="1671501"/>
                  </a:cubicBezTo>
                  <a:lnTo>
                    <a:pt x="46245" y="1671501"/>
                  </a:lnTo>
                  <a:cubicBezTo>
                    <a:pt x="33980" y="1671501"/>
                    <a:pt x="22218" y="1666629"/>
                    <a:pt x="13545" y="1657956"/>
                  </a:cubicBezTo>
                  <a:cubicBezTo>
                    <a:pt x="4872" y="1649284"/>
                    <a:pt x="0" y="1637521"/>
                    <a:pt x="0" y="1625256"/>
                  </a:cubicBezTo>
                  <a:lnTo>
                    <a:pt x="0" y="46245"/>
                  </a:lnTo>
                  <a:cubicBezTo>
                    <a:pt x="0" y="20705"/>
                    <a:pt x="20705" y="0"/>
                    <a:pt x="46245" y="0"/>
                  </a:cubicBezTo>
                  <a:close/>
                </a:path>
              </a:pathLst>
            </a:custGeom>
            <a:solidFill>
              <a:srgbClr val="FFFFFF"/>
            </a:solidFill>
          </p:spPr>
          <p:txBody>
            <a:bodyPr/>
            <a:lstStyle/>
            <a:p>
              <a:endParaRPr lang="es-CO"/>
            </a:p>
          </p:txBody>
        </p:sp>
        <p:sp>
          <p:nvSpPr>
            <p:cNvPr id="9" name="TextBox 9"/>
            <p:cNvSpPr txBox="1"/>
            <p:nvPr/>
          </p:nvSpPr>
          <p:spPr>
            <a:xfrm>
              <a:off x="0" y="-57150"/>
              <a:ext cx="1410930" cy="1728651"/>
            </a:xfrm>
            <a:prstGeom prst="rect">
              <a:avLst/>
            </a:prstGeom>
          </p:spPr>
          <p:txBody>
            <a:bodyPr lIns="50800" tIns="50800" rIns="50800" bIns="50800" rtlCol="0" anchor="ctr"/>
            <a:lstStyle/>
            <a:p>
              <a:pPr algn="ctr">
                <a:lnSpc>
                  <a:spcPts val="3640"/>
                </a:lnSpc>
              </a:pPr>
              <a:endParaRPr/>
            </a:p>
          </p:txBody>
        </p:sp>
      </p:grpSp>
      <p:grpSp>
        <p:nvGrpSpPr>
          <p:cNvPr id="10" name="Group 10"/>
          <p:cNvGrpSpPr/>
          <p:nvPr/>
        </p:nvGrpSpPr>
        <p:grpSpPr>
          <a:xfrm>
            <a:off x="6465438" y="2256553"/>
            <a:ext cx="5357124" cy="6346482"/>
            <a:chOff x="0" y="0"/>
            <a:chExt cx="1410930" cy="1671501"/>
          </a:xfrm>
        </p:grpSpPr>
        <p:sp>
          <p:nvSpPr>
            <p:cNvPr id="11" name="Freeform 11"/>
            <p:cNvSpPr/>
            <p:nvPr/>
          </p:nvSpPr>
          <p:spPr>
            <a:xfrm>
              <a:off x="0" y="0"/>
              <a:ext cx="1410930" cy="1671501"/>
            </a:xfrm>
            <a:custGeom>
              <a:avLst/>
              <a:gdLst/>
              <a:ahLst/>
              <a:cxnLst/>
              <a:rect l="l" t="t" r="r" b="b"/>
              <a:pathLst>
                <a:path w="1410930" h="1671501">
                  <a:moveTo>
                    <a:pt x="46245" y="0"/>
                  </a:moveTo>
                  <a:lnTo>
                    <a:pt x="1364685" y="0"/>
                  </a:lnTo>
                  <a:cubicBezTo>
                    <a:pt x="1390225" y="0"/>
                    <a:pt x="1410930" y="20705"/>
                    <a:pt x="1410930" y="46245"/>
                  </a:cubicBezTo>
                  <a:lnTo>
                    <a:pt x="1410930" y="1625256"/>
                  </a:lnTo>
                  <a:cubicBezTo>
                    <a:pt x="1410930" y="1637521"/>
                    <a:pt x="1406058" y="1649284"/>
                    <a:pt x="1397385" y="1657956"/>
                  </a:cubicBezTo>
                  <a:cubicBezTo>
                    <a:pt x="1388712" y="1666629"/>
                    <a:pt x="1376950" y="1671501"/>
                    <a:pt x="1364685" y="1671501"/>
                  </a:cubicBezTo>
                  <a:lnTo>
                    <a:pt x="46245" y="1671501"/>
                  </a:lnTo>
                  <a:cubicBezTo>
                    <a:pt x="33980" y="1671501"/>
                    <a:pt x="22218" y="1666629"/>
                    <a:pt x="13545" y="1657956"/>
                  </a:cubicBezTo>
                  <a:cubicBezTo>
                    <a:pt x="4872" y="1649284"/>
                    <a:pt x="0" y="1637521"/>
                    <a:pt x="0" y="1625256"/>
                  </a:cubicBezTo>
                  <a:lnTo>
                    <a:pt x="0" y="46245"/>
                  </a:lnTo>
                  <a:cubicBezTo>
                    <a:pt x="0" y="20705"/>
                    <a:pt x="20705" y="0"/>
                    <a:pt x="46245" y="0"/>
                  </a:cubicBezTo>
                  <a:close/>
                </a:path>
              </a:pathLst>
            </a:custGeom>
            <a:solidFill>
              <a:srgbClr val="FFFFFF"/>
            </a:solidFill>
            <a:ln cap="rnd">
              <a:noFill/>
              <a:prstDash val="solid"/>
              <a:round/>
            </a:ln>
          </p:spPr>
          <p:txBody>
            <a:bodyPr/>
            <a:lstStyle/>
            <a:p>
              <a:endParaRPr lang="es-CO"/>
            </a:p>
          </p:txBody>
        </p:sp>
        <p:sp>
          <p:nvSpPr>
            <p:cNvPr id="12" name="TextBox 12"/>
            <p:cNvSpPr txBox="1"/>
            <p:nvPr/>
          </p:nvSpPr>
          <p:spPr>
            <a:xfrm>
              <a:off x="0" y="-57150"/>
              <a:ext cx="1410930" cy="1728651"/>
            </a:xfrm>
            <a:prstGeom prst="rect">
              <a:avLst/>
            </a:prstGeom>
          </p:spPr>
          <p:txBody>
            <a:bodyPr lIns="50800" tIns="50800" rIns="50800" bIns="50800" rtlCol="0" anchor="ctr"/>
            <a:lstStyle/>
            <a:p>
              <a:pPr marL="0" lvl="0" indent="0" algn="ctr">
                <a:lnSpc>
                  <a:spcPts val="3640"/>
                </a:lnSpc>
                <a:spcBef>
                  <a:spcPct val="0"/>
                </a:spcBef>
              </a:pPr>
              <a:endParaRPr/>
            </a:p>
          </p:txBody>
        </p:sp>
      </p:grpSp>
      <p:grpSp>
        <p:nvGrpSpPr>
          <p:cNvPr id="13" name="Group 13"/>
          <p:cNvGrpSpPr/>
          <p:nvPr/>
        </p:nvGrpSpPr>
        <p:grpSpPr>
          <a:xfrm>
            <a:off x="12330443" y="2256553"/>
            <a:ext cx="5357124" cy="6346482"/>
            <a:chOff x="0" y="0"/>
            <a:chExt cx="1410930" cy="1671501"/>
          </a:xfrm>
        </p:grpSpPr>
        <p:sp>
          <p:nvSpPr>
            <p:cNvPr id="14" name="Freeform 14"/>
            <p:cNvSpPr/>
            <p:nvPr/>
          </p:nvSpPr>
          <p:spPr>
            <a:xfrm>
              <a:off x="0" y="0"/>
              <a:ext cx="1410930" cy="1671501"/>
            </a:xfrm>
            <a:custGeom>
              <a:avLst/>
              <a:gdLst/>
              <a:ahLst/>
              <a:cxnLst/>
              <a:rect l="l" t="t" r="r" b="b"/>
              <a:pathLst>
                <a:path w="1410930" h="1671501">
                  <a:moveTo>
                    <a:pt x="46245" y="0"/>
                  </a:moveTo>
                  <a:lnTo>
                    <a:pt x="1364685" y="0"/>
                  </a:lnTo>
                  <a:cubicBezTo>
                    <a:pt x="1390225" y="0"/>
                    <a:pt x="1410930" y="20705"/>
                    <a:pt x="1410930" y="46245"/>
                  </a:cubicBezTo>
                  <a:lnTo>
                    <a:pt x="1410930" y="1625256"/>
                  </a:lnTo>
                  <a:cubicBezTo>
                    <a:pt x="1410930" y="1637521"/>
                    <a:pt x="1406058" y="1649284"/>
                    <a:pt x="1397385" y="1657956"/>
                  </a:cubicBezTo>
                  <a:cubicBezTo>
                    <a:pt x="1388712" y="1666629"/>
                    <a:pt x="1376950" y="1671501"/>
                    <a:pt x="1364685" y="1671501"/>
                  </a:cubicBezTo>
                  <a:lnTo>
                    <a:pt x="46245" y="1671501"/>
                  </a:lnTo>
                  <a:cubicBezTo>
                    <a:pt x="33980" y="1671501"/>
                    <a:pt x="22218" y="1666629"/>
                    <a:pt x="13545" y="1657956"/>
                  </a:cubicBezTo>
                  <a:cubicBezTo>
                    <a:pt x="4872" y="1649284"/>
                    <a:pt x="0" y="1637521"/>
                    <a:pt x="0" y="1625256"/>
                  </a:cubicBezTo>
                  <a:lnTo>
                    <a:pt x="0" y="46245"/>
                  </a:lnTo>
                  <a:cubicBezTo>
                    <a:pt x="0" y="20705"/>
                    <a:pt x="20705" y="0"/>
                    <a:pt x="46245" y="0"/>
                  </a:cubicBezTo>
                  <a:close/>
                </a:path>
              </a:pathLst>
            </a:custGeom>
            <a:solidFill>
              <a:srgbClr val="FFFFFF"/>
            </a:solidFill>
            <a:ln cap="rnd">
              <a:noFill/>
              <a:prstDash val="solid"/>
              <a:round/>
            </a:ln>
          </p:spPr>
          <p:txBody>
            <a:bodyPr/>
            <a:lstStyle/>
            <a:p>
              <a:endParaRPr lang="es-CO"/>
            </a:p>
          </p:txBody>
        </p:sp>
        <p:sp>
          <p:nvSpPr>
            <p:cNvPr id="15" name="TextBox 15"/>
            <p:cNvSpPr txBox="1"/>
            <p:nvPr/>
          </p:nvSpPr>
          <p:spPr>
            <a:xfrm>
              <a:off x="0" y="-57150"/>
              <a:ext cx="1410930" cy="1728651"/>
            </a:xfrm>
            <a:prstGeom prst="rect">
              <a:avLst/>
            </a:prstGeom>
          </p:spPr>
          <p:txBody>
            <a:bodyPr lIns="50800" tIns="50800" rIns="50800" bIns="50800" rtlCol="0" anchor="ctr"/>
            <a:lstStyle/>
            <a:p>
              <a:pPr marL="0" lvl="0" indent="0" algn="ctr">
                <a:lnSpc>
                  <a:spcPts val="3640"/>
                </a:lnSpc>
                <a:spcBef>
                  <a:spcPct val="0"/>
                </a:spcBef>
              </a:pPr>
              <a:endParaRPr/>
            </a:p>
          </p:txBody>
        </p:sp>
      </p:grpSp>
      <p:grpSp>
        <p:nvGrpSpPr>
          <p:cNvPr id="16" name="Group 16"/>
          <p:cNvGrpSpPr/>
          <p:nvPr/>
        </p:nvGrpSpPr>
        <p:grpSpPr>
          <a:xfrm rot="-10800000">
            <a:off x="1028700" y="2256553"/>
            <a:ext cx="4409121" cy="1875658"/>
            <a:chOff x="0" y="0"/>
            <a:chExt cx="597702" cy="254265"/>
          </a:xfrm>
        </p:grpSpPr>
        <p:sp>
          <p:nvSpPr>
            <p:cNvPr id="17" name="Freeform 17"/>
            <p:cNvSpPr/>
            <p:nvPr/>
          </p:nvSpPr>
          <p:spPr>
            <a:xfrm flipV="1">
              <a:off x="0" y="0"/>
              <a:ext cx="597702" cy="254265"/>
            </a:xfrm>
            <a:custGeom>
              <a:avLst/>
              <a:gdLst/>
              <a:ahLst/>
              <a:cxnLst/>
              <a:rect l="l" t="t" r="r" b="b"/>
              <a:pathLst>
                <a:path w="597702" h="254265">
                  <a:moveTo>
                    <a:pt x="298851" y="254265"/>
                  </a:moveTo>
                  <a:lnTo>
                    <a:pt x="597702" y="0"/>
                  </a:lnTo>
                  <a:lnTo>
                    <a:pt x="0" y="0"/>
                  </a:lnTo>
                  <a:lnTo>
                    <a:pt x="298851" y="254265"/>
                  </a:lnTo>
                  <a:close/>
                </a:path>
              </a:pathLst>
            </a:custGeom>
            <a:blipFill>
              <a:blip r:embed="rId4"/>
              <a:stretch>
                <a:fillRect t="-16113" b="-16113"/>
              </a:stretch>
            </a:blipFill>
            <a:ln cap="sq">
              <a:noFill/>
              <a:prstDash val="solid"/>
              <a:miter/>
            </a:ln>
          </p:spPr>
          <p:txBody>
            <a:bodyPr/>
            <a:lstStyle/>
            <a:p>
              <a:endParaRPr lang="es-CO"/>
            </a:p>
          </p:txBody>
        </p:sp>
      </p:grpSp>
      <p:sp>
        <p:nvSpPr>
          <p:cNvPr id="18" name="TextBox 18"/>
          <p:cNvSpPr txBox="1"/>
          <p:nvPr/>
        </p:nvSpPr>
        <p:spPr>
          <a:xfrm>
            <a:off x="1518476" y="4479925"/>
            <a:ext cx="3521037" cy="1193800"/>
          </a:xfrm>
          <a:prstGeom prst="rect">
            <a:avLst/>
          </a:prstGeom>
        </p:spPr>
        <p:txBody>
          <a:bodyPr wrap="square" lIns="0" tIns="0" rIns="0" bIns="0" rtlCol="0" anchor="t">
            <a:spAutoFit/>
          </a:bodyPr>
          <a:lstStyle/>
          <a:p>
            <a:pPr algn="ctr">
              <a:lnSpc>
                <a:spcPts val="9799"/>
              </a:lnSpc>
            </a:pPr>
            <a:r>
              <a:rPr lang="en-US" sz="6999" dirty="0" err="1">
                <a:solidFill>
                  <a:srgbClr val="051B4C"/>
                </a:solidFill>
                <a:latin typeface="Intro"/>
                <a:ea typeface="Intro"/>
                <a:cs typeface="Intro"/>
                <a:sym typeface="Intro"/>
              </a:rPr>
              <a:t>Título</a:t>
            </a:r>
            <a:endParaRPr lang="en-US" sz="6999" dirty="0">
              <a:solidFill>
                <a:srgbClr val="051B4C"/>
              </a:solidFill>
              <a:latin typeface="Intro"/>
              <a:ea typeface="Intro"/>
              <a:cs typeface="Intro"/>
              <a:sym typeface="Intro"/>
            </a:endParaRPr>
          </a:p>
        </p:txBody>
      </p:sp>
      <p:sp>
        <p:nvSpPr>
          <p:cNvPr id="19" name="TextBox 19"/>
          <p:cNvSpPr txBox="1"/>
          <p:nvPr/>
        </p:nvSpPr>
        <p:spPr>
          <a:xfrm>
            <a:off x="1219972" y="5836020"/>
            <a:ext cx="4118046" cy="1873250"/>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a:t>
            </a:r>
          </a:p>
        </p:txBody>
      </p:sp>
      <p:sp>
        <p:nvSpPr>
          <p:cNvPr id="20" name="TextBox 20"/>
          <p:cNvSpPr txBox="1"/>
          <p:nvPr/>
        </p:nvSpPr>
        <p:spPr>
          <a:xfrm>
            <a:off x="7084977" y="5836020"/>
            <a:ext cx="4118046" cy="1873250"/>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a:t>
            </a:r>
          </a:p>
        </p:txBody>
      </p:sp>
      <p:sp>
        <p:nvSpPr>
          <p:cNvPr id="21" name="TextBox 21"/>
          <p:cNvSpPr txBox="1"/>
          <p:nvPr/>
        </p:nvSpPr>
        <p:spPr>
          <a:xfrm>
            <a:off x="7382282" y="4479925"/>
            <a:ext cx="3523431" cy="1193800"/>
          </a:xfrm>
          <a:prstGeom prst="rect">
            <a:avLst/>
          </a:prstGeom>
        </p:spPr>
        <p:txBody>
          <a:bodyPr wrap="square" lIns="0" tIns="0" rIns="0" bIns="0" rtlCol="0" anchor="t">
            <a:spAutoFit/>
          </a:bodyPr>
          <a:lstStyle/>
          <a:p>
            <a:pPr algn="ctr">
              <a:lnSpc>
                <a:spcPts val="9799"/>
              </a:lnSpc>
            </a:pPr>
            <a:r>
              <a:rPr lang="en-US" sz="6999" dirty="0" err="1">
                <a:solidFill>
                  <a:srgbClr val="051B4C"/>
                </a:solidFill>
                <a:latin typeface="Intro"/>
                <a:ea typeface="Intro"/>
                <a:cs typeface="Intro"/>
                <a:sym typeface="Intro"/>
              </a:rPr>
              <a:t>Título</a:t>
            </a:r>
            <a:endParaRPr lang="en-US" sz="6999" dirty="0">
              <a:solidFill>
                <a:srgbClr val="051B4C"/>
              </a:solidFill>
              <a:latin typeface="Intro"/>
              <a:ea typeface="Intro"/>
              <a:cs typeface="Intro"/>
              <a:sym typeface="Intro"/>
            </a:endParaRPr>
          </a:p>
        </p:txBody>
      </p:sp>
      <p:sp>
        <p:nvSpPr>
          <p:cNvPr id="22" name="TextBox 22"/>
          <p:cNvSpPr txBox="1"/>
          <p:nvPr/>
        </p:nvSpPr>
        <p:spPr>
          <a:xfrm>
            <a:off x="12949982" y="5693995"/>
            <a:ext cx="4118046" cy="1873250"/>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a:t>
            </a:r>
          </a:p>
        </p:txBody>
      </p:sp>
      <p:sp>
        <p:nvSpPr>
          <p:cNvPr id="23" name="TextBox 23"/>
          <p:cNvSpPr txBox="1"/>
          <p:nvPr/>
        </p:nvSpPr>
        <p:spPr>
          <a:xfrm>
            <a:off x="13390574" y="4337901"/>
            <a:ext cx="3378950" cy="1193800"/>
          </a:xfrm>
          <a:prstGeom prst="rect">
            <a:avLst/>
          </a:prstGeom>
        </p:spPr>
        <p:txBody>
          <a:bodyPr wrap="square" lIns="0" tIns="0" rIns="0" bIns="0" rtlCol="0" anchor="t">
            <a:spAutoFit/>
          </a:bodyPr>
          <a:lstStyle/>
          <a:p>
            <a:pPr algn="ctr">
              <a:lnSpc>
                <a:spcPts val="9799"/>
              </a:lnSpc>
            </a:pPr>
            <a:r>
              <a:rPr lang="en-US" sz="6999" dirty="0" err="1">
                <a:solidFill>
                  <a:srgbClr val="051B4C"/>
                </a:solidFill>
                <a:latin typeface="Intro"/>
                <a:ea typeface="Intro"/>
                <a:cs typeface="Intro"/>
                <a:sym typeface="Intro"/>
              </a:rPr>
              <a:t>Título</a:t>
            </a:r>
            <a:endParaRPr lang="en-US" sz="6999" dirty="0">
              <a:solidFill>
                <a:srgbClr val="051B4C"/>
              </a:solidFill>
              <a:latin typeface="Intro"/>
              <a:ea typeface="Intro"/>
              <a:cs typeface="Intro"/>
              <a:sym typeface="Intro"/>
            </a:endParaRPr>
          </a:p>
        </p:txBody>
      </p:sp>
      <p:grpSp>
        <p:nvGrpSpPr>
          <p:cNvPr id="24" name="Group 24"/>
          <p:cNvGrpSpPr/>
          <p:nvPr/>
        </p:nvGrpSpPr>
        <p:grpSpPr>
          <a:xfrm rot="-10800000">
            <a:off x="6939440" y="2256553"/>
            <a:ext cx="4409121" cy="1875658"/>
            <a:chOff x="0" y="0"/>
            <a:chExt cx="597702" cy="254265"/>
          </a:xfrm>
        </p:grpSpPr>
        <p:sp>
          <p:nvSpPr>
            <p:cNvPr id="25" name="Freeform 25"/>
            <p:cNvSpPr/>
            <p:nvPr/>
          </p:nvSpPr>
          <p:spPr>
            <a:xfrm flipV="1">
              <a:off x="0" y="0"/>
              <a:ext cx="597702" cy="254265"/>
            </a:xfrm>
            <a:custGeom>
              <a:avLst/>
              <a:gdLst/>
              <a:ahLst/>
              <a:cxnLst/>
              <a:rect l="l" t="t" r="r" b="b"/>
              <a:pathLst>
                <a:path w="597702" h="254265">
                  <a:moveTo>
                    <a:pt x="298851" y="254265"/>
                  </a:moveTo>
                  <a:lnTo>
                    <a:pt x="597702" y="0"/>
                  </a:lnTo>
                  <a:lnTo>
                    <a:pt x="0" y="0"/>
                  </a:lnTo>
                  <a:lnTo>
                    <a:pt x="298851" y="254265"/>
                  </a:lnTo>
                  <a:close/>
                </a:path>
              </a:pathLst>
            </a:custGeom>
            <a:blipFill>
              <a:blip r:embed="rId5"/>
              <a:stretch>
                <a:fillRect t="-15966" b="-15966"/>
              </a:stretch>
            </a:blipFill>
            <a:ln cap="sq">
              <a:noFill/>
              <a:prstDash val="solid"/>
              <a:miter/>
            </a:ln>
          </p:spPr>
          <p:txBody>
            <a:bodyPr/>
            <a:lstStyle/>
            <a:p>
              <a:endParaRPr lang="es-CO"/>
            </a:p>
          </p:txBody>
        </p:sp>
      </p:grpSp>
      <p:grpSp>
        <p:nvGrpSpPr>
          <p:cNvPr id="26" name="Group 26"/>
          <p:cNvGrpSpPr/>
          <p:nvPr/>
        </p:nvGrpSpPr>
        <p:grpSpPr>
          <a:xfrm rot="-10800000">
            <a:off x="12851262" y="2256553"/>
            <a:ext cx="4409121" cy="1875658"/>
            <a:chOff x="0" y="0"/>
            <a:chExt cx="597702" cy="254265"/>
          </a:xfrm>
        </p:grpSpPr>
        <p:sp>
          <p:nvSpPr>
            <p:cNvPr id="27" name="Freeform 27"/>
            <p:cNvSpPr/>
            <p:nvPr/>
          </p:nvSpPr>
          <p:spPr>
            <a:xfrm flipV="1">
              <a:off x="0" y="0"/>
              <a:ext cx="597702" cy="254265"/>
            </a:xfrm>
            <a:custGeom>
              <a:avLst/>
              <a:gdLst/>
              <a:ahLst/>
              <a:cxnLst/>
              <a:rect l="l" t="t" r="r" b="b"/>
              <a:pathLst>
                <a:path w="597702" h="254265">
                  <a:moveTo>
                    <a:pt x="298851" y="254265"/>
                  </a:moveTo>
                  <a:lnTo>
                    <a:pt x="597702" y="0"/>
                  </a:lnTo>
                  <a:lnTo>
                    <a:pt x="0" y="0"/>
                  </a:lnTo>
                  <a:lnTo>
                    <a:pt x="298851" y="254265"/>
                  </a:lnTo>
                  <a:close/>
                </a:path>
              </a:pathLst>
            </a:custGeom>
            <a:blipFill>
              <a:blip r:embed="rId6"/>
              <a:stretch>
                <a:fillRect t="-24391"/>
              </a:stretch>
            </a:blipFill>
            <a:ln cap="sq">
              <a:noFill/>
              <a:prstDash val="solid"/>
              <a:miter/>
            </a:ln>
          </p:spPr>
          <p:txBody>
            <a:bodyPr/>
            <a:lstStyle/>
            <a:p>
              <a:endParaRPr lang="es-CO"/>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7781925" cy="10287000"/>
            <a:chOff x="0" y="0"/>
            <a:chExt cx="2049560" cy="2709333"/>
          </a:xfrm>
        </p:grpSpPr>
        <p:sp>
          <p:nvSpPr>
            <p:cNvPr id="3" name="Freeform 3"/>
            <p:cNvSpPr/>
            <p:nvPr/>
          </p:nvSpPr>
          <p:spPr>
            <a:xfrm>
              <a:off x="0" y="0"/>
              <a:ext cx="2049561" cy="2709333"/>
            </a:xfrm>
            <a:custGeom>
              <a:avLst/>
              <a:gdLst/>
              <a:ahLst/>
              <a:cxnLst/>
              <a:rect l="l" t="t" r="r" b="b"/>
              <a:pathLst>
                <a:path w="2049561" h="2709333">
                  <a:moveTo>
                    <a:pt x="0" y="0"/>
                  </a:moveTo>
                  <a:lnTo>
                    <a:pt x="2049561" y="0"/>
                  </a:lnTo>
                  <a:lnTo>
                    <a:pt x="2049561" y="2709333"/>
                  </a:lnTo>
                  <a:lnTo>
                    <a:pt x="0" y="2709333"/>
                  </a:lnTo>
                  <a:close/>
                </a:path>
              </a:pathLst>
            </a:custGeom>
            <a:solidFill>
              <a:srgbClr val="051B4C"/>
            </a:solidFill>
          </p:spPr>
          <p:txBody>
            <a:bodyPr/>
            <a:lstStyle/>
            <a:p>
              <a:endParaRPr lang="es-CO"/>
            </a:p>
          </p:txBody>
        </p:sp>
        <p:sp>
          <p:nvSpPr>
            <p:cNvPr id="4" name="TextBox 4"/>
            <p:cNvSpPr txBox="1"/>
            <p:nvPr/>
          </p:nvSpPr>
          <p:spPr>
            <a:xfrm>
              <a:off x="0" y="-47625"/>
              <a:ext cx="2049560" cy="2756958"/>
            </a:xfrm>
            <a:prstGeom prst="rect">
              <a:avLst/>
            </a:prstGeom>
          </p:spPr>
          <p:txBody>
            <a:bodyPr lIns="50800" tIns="50800" rIns="50800" bIns="50800" rtlCol="0" anchor="ctr"/>
            <a:lstStyle/>
            <a:p>
              <a:pPr algn="ctr">
                <a:lnSpc>
                  <a:spcPts val="2709"/>
                </a:lnSpc>
              </a:pPr>
              <a:endParaRPr/>
            </a:p>
          </p:txBody>
        </p:sp>
      </p:grpSp>
      <p:grpSp>
        <p:nvGrpSpPr>
          <p:cNvPr id="5" name="Group 5"/>
          <p:cNvGrpSpPr/>
          <p:nvPr/>
        </p:nvGrpSpPr>
        <p:grpSpPr>
          <a:xfrm rot="-10281450">
            <a:off x="14705525" y="6422045"/>
            <a:ext cx="4948264" cy="5672510"/>
            <a:chOff x="0" y="0"/>
            <a:chExt cx="6597686" cy="7563347"/>
          </a:xfrm>
        </p:grpSpPr>
        <p:grpSp>
          <p:nvGrpSpPr>
            <p:cNvPr id="6" name="Group 6"/>
            <p:cNvGrpSpPr/>
            <p:nvPr/>
          </p:nvGrpSpPr>
          <p:grpSpPr>
            <a:xfrm rot="2821336">
              <a:off x="1870949" y="2577454"/>
              <a:ext cx="778657" cy="778608"/>
              <a:chOff x="0" y="0"/>
              <a:chExt cx="1033370" cy="1033387"/>
            </a:xfrm>
          </p:grpSpPr>
          <p:sp>
            <p:nvSpPr>
              <p:cNvPr id="7" name="Freeform 7"/>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E2EAC">
                  <a:alpha val="62745"/>
                </a:srgbClr>
              </a:solidFill>
            </p:spPr>
            <p:txBody>
              <a:bodyPr/>
              <a:lstStyle/>
              <a:p>
                <a:endParaRPr lang="es-CO"/>
              </a:p>
            </p:txBody>
          </p:sp>
          <p:sp>
            <p:nvSpPr>
              <p:cNvPr id="8" name="TextBox 8"/>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9" name="Group 9"/>
            <p:cNvGrpSpPr/>
            <p:nvPr/>
          </p:nvGrpSpPr>
          <p:grpSpPr>
            <a:xfrm rot="2821336">
              <a:off x="1851226" y="4024079"/>
              <a:ext cx="778657" cy="778608"/>
              <a:chOff x="0" y="0"/>
              <a:chExt cx="1033370" cy="1033387"/>
            </a:xfrm>
          </p:grpSpPr>
          <p:sp>
            <p:nvSpPr>
              <p:cNvPr id="10" name="Freeform 10"/>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12C9E">
                  <a:alpha val="62745"/>
                </a:srgbClr>
              </a:solidFill>
            </p:spPr>
            <p:txBody>
              <a:bodyPr/>
              <a:lstStyle/>
              <a:p>
                <a:endParaRPr lang="es-CO"/>
              </a:p>
            </p:txBody>
          </p:sp>
          <p:sp>
            <p:nvSpPr>
              <p:cNvPr id="11" name="TextBox 11"/>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12" name="Group 12"/>
            <p:cNvGrpSpPr/>
            <p:nvPr/>
          </p:nvGrpSpPr>
          <p:grpSpPr>
            <a:xfrm rot="2821336">
              <a:off x="1283083" y="3342195"/>
              <a:ext cx="634963" cy="640240"/>
              <a:chOff x="0" y="0"/>
              <a:chExt cx="842671" cy="849742"/>
            </a:xfrm>
          </p:grpSpPr>
          <p:sp>
            <p:nvSpPr>
              <p:cNvPr id="13" name="Freeform 13"/>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06194C">
                  <a:alpha val="62745"/>
                </a:srgbClr>
              </a:solidFill>
            </p:spPr>
            <p:txBody>
              <a:bodyPr/>
              <a:lstStyle/>
              <a:p>
                <a:endParaRPr lang="es-CO"/>
              </a:p>
            </p:txBody>
          </p:sp>
          <p:sp>
            <p:nvSpPr>
              <p:cNvPr id="14" name="TextBox 1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5" name="Group 15"/>
            <p:cNvGrpSpPr/>
            <p:nvPr/>
          </p:nvGrpSpPr>
          <p:grpSpPr>
            <a:xfrm rot="2821336">
              <a:off x="2604894" y="3394465"/>
              <a:ext cx="634963" cy="640240"/>
              <a:chOff x="0" y="0"/>
              <a:chExt cx="842671" cy="849742"/>
            </a:xfrm>
          </p:grpSpPr>
          <p:sp>
            <p:nvSpPr>
              <p:cNvPr id="16" name="Freeform 16"/>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612C9E">
                  <a:alpha val="62745"/>
                </a:srgbClr>
              </a:solidFill>
            </p:spPr>
            <p:txBody>
              <a:bodyPr/>
              <a:lstStyle/>
              <a:p>
                <a:endParaRPr lang="es-CO"/>
              </a:p>
            </p:txBody>
          </p:sp>
          <p:sp>
            <p:nvSpPr>
              <p:cNvPr id="17" name="TextBox 1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8" name="Group 18"/>
            <p:cNvGrpSpPr/>
            <p:nvPr/>
          </p:nvGrpSpPr>
          <p:grpSpPr>
            <a:xfrm rot="2821336">
              <a:off x="616971" y="4094929"/>
              <a:ext cx="498828" cy="502973"/>
              <a:chOff x="0" y="0"/>
              <a:chExt cx="842671" cy="849742"/>
            </a:xfrm>
          </p:grpSpPr>
          <p:sp>
            <p:nvSpPr>
              <p:cNvPr id="19" name="Freeform 19"/>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612C9E">
                  <a:alpha val="62745"/>
                </a:srgbClr>
              </a:solidFill>
            </p:spPr>
            <p:txBody>
              <a:bodyPr/>
              <a:lstStyle/>
              <a:p>
                <a:endParaRPr lang="es-CO"/>
              </a:p>
            </p:txBody>
          </p:sp>
          <p:sp>
            <p:nvSpPr>
              <p:cNvPr id="20" name="TextBox 20"/>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1" name="Group 21"/>
            <p:cNvGrpSpPr/>
            <p:nvPr/>
          </p:nvGrpSpPr>
          <p:grpSpPr>
            <a:xfrm rot="2821336">
              <a:off x="50851" y="4955972"/>
              <a:ext cx="242486" cy="244501"/>
              <a:chOff x="0" y="0"/>
              <a:chExt cx="842671" cy="849742"/>
            </a:xfrm>
          </p:grpSpPr>
          <p:sp>
            <p:nvSpPr>
              <p:cNvPr id="22" name="Freeform 22"/>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62745"/>
                </a:srgbClr>
              </a:solidFill>
            </p:spPr>
            <p:txBody>
              <a:bodyPr/>
              <a:lstStyle/>
              <a:p>
                <a:endParaRPr lang="es-CO"/>
              </a:p>
            </p:txBody>
          </p:sp>
          <p:sp>
            <p:nvSpPr>
              <p:cNvPr id="23" name="TextBox 23"/>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4" name="Group 24"/>
            <p:cNvGrpSpPr/>
            <p:nvPr/>
          </p:nvGrpSpPr>
          <p:grpSpPr>
            <a:xfrm rot="2821336">
              <a:off x="174273" y="3609774"/>
              <a:ext cx="189095" cy="190666"/>
              <a:chOff x="0" y="0"/>
              <a:chExt cx="842671" cy="849742"/>
            </a:xfrm>
          </p:grpSpPr>
          <p:sp>
            <p:nvSpPr>
              <p:cNvPr id="25" name="Freeform 25"/>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26" name="TextBox 2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7" name="Group 27"/>
            <p:cNvGrpSpPr/>
            <p:nvPr/>
          </p:nvGrpSpPr>
          <p:grpSpPr>
            <a:xfrm rot="2821336">
              <a:off x="2657416" y="5149138"/>
              <a:ext cx="189095" cy="190666"/>
              <a:chOff x="0" y="0"/>
              <a:chExt cx="842671" cy="849742"/>
            </a:xfrm>
          </p:grpSpPr>
          <p:sp>
            <p:nvSpPr>
              <p:cNvPr id="28" name="Freeform 28"/>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29" name="TextBox 2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30" name="Group 30"/>
            <p:cNvGrpSpPr/>
            <p:nvPr/>
          </p:nvGrpSpPr>
          <p:grpSpPr>
            <a:xfrm rot="2821336">
              <a:off x="1184146" y="4714436"/>
              <a:ext cx="736954" cy="736908"/>
              <a:chOff x="0" y="0"/>
              <a:chExt cx="1033370" cy="1033387"/>
            </a:xfrm>
          </p:grpSpPr>
          <p:sp>
            <p:nvSpPr>
              <p:cNvPr id="31" name="Freeform 31"/>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alpha val="62745"/>
                </a:srgbClr>
              </a:solidFill>
            </p:spPr>
            <p:txBody>
              <a:bodyPr/>
              <a:lstStyle/>
              <a:p>
                <a:endParaRPr lang="es-CO"/>
              </a:p>
            </p:txBody>
          </p:sp>
          <p:sp>
            <p:nvSpPr>
              <p:cNvPr id="32" name="TextBox 32"/>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33" name="Group 33"/>
            <p:cNvGrpSpPr/>
            <p:nvPr/>
          </p:nvGrpSpPr>
          <p:grpSpPr>
            <a:xfrm rot="2821336">
              <a:off x="1812169" y="5464063"/>
              <a:ext cx="736954" cy="736908"/>
              <a:chOff x="0" y="0"/>
              <a:chExt cx="1033370" cy="1033387"/>
            </a:xfrm>
          </p:grpSpPr>
          <p:sp>
            <p:nvSpPr>
              <p:cNvPr id="34" name="Freeform 34"/>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5628A1">
                  <a:alpha val="62745"/>
                </a:srgbClr>
              </a:solidFill>
            </p:spPr>
            <p:txBody>
              <a:bodyPr/>
              <a:lstStyle/>
              <a:p>
                <a:endParaRPr lang="es-CO"/>
              </a:p>
            </p:txBody>
          </p:sp>
          <p:sp>
            <p:nvSpPr>
              <p:cNvPr id="35" name="TextBox 35"/>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36" name="Group 36"/>
            <p:cNvGrpSpPr/>
            <p:nvPr/>
          </p:nvGrpSpPr>
          <p:grpSpPr>
            <a:xfrm rot="2821336">
              <a:off x="621058" y="5498475"/>
              <a:ext cx="498828" cy="502973"/>
              <a:chOff x="0" y="0"/>
              <a:chExt cx="842671" cy="849742"/>
            </a:xfrm>
          </p:grpSpPr>
          <p:sp>
            <p:nvSpPr>
              <p:cNvPr id="37" name="Freeform 37"/>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62745"/>
                </a:srgbClr>
              </a:solidFill>
            </p:spPr>
            <p:txBody>
              <a:bodyPr/>
              <a:lstStyle/>
              <a:p>
                <a:endParaRPr lang="es-CO"/>
              </a:p>
            </p:txBody>
          </p:sp>
          <p:sp>
            <p:nvSpPr>
              <p:cNvPr id="38" name="TextBox 3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39" name="Group 39"/>
            <p:cNvGrpSpPr/>
            <p:nvPr/>
          </p:nvGrpSpPr>
          <p:grpSpPr>
            <a:xfrm rot="2821336">
              <a:off x="693291" y="2693148"/>
              <a:ext cx="498828" cy="502973"/>
              <a:chOff x="0" y="0"/>
              <a:chExt cx="842671" cy="849742"/>
            </a:xfrm>
          </p:grpSpPr>
          <p:sp>
            <p:nvSpPr>
              <p:cNvPr id="40" name="Freeform 40"/>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62745"/>
                </a:srgbClr>
              </a:solidFill>
            </p:spPr>
            <p:txBody>
              <a:bodyPr/>
              <a:lstStyle/>
              <a:p>
                <a:endParaRPr lang="es-CO"/>
              </a:p>
            </p:txBody>
          </p:sp>
          <p:sp>
            <p:nvSpPr>
              <p:cNvPr id="41" name="TextBox 4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42" name="Group 42"/>
            <p:cNvGrpSpPr/>
            <p:nvPr/>
          </p:nvGrpSpPr>
          <p:grpSpPr>
            <a:xfrm rot="2821336">
              <a:off x="2585973" y="1970925"/>
              <a:ext cx="604442" cy="609465"/>
              <a:chOff x="0" y="0"/>
              <a:chExt cx="842671" cy="849742"/>
            </a:xfrm>
          </p:grpSpPr>
          <p:sp>
            <p:nvSpPr>
              <p:cNvPr id="43" name="Freeform 43"/>
              <p:cNvSpPr/>
              <p:nvPr/>
            </p:nvSpPr>
            <p:spPr>
              <a:xfrm>
                <a:off x="0" y="0"/>
                <a:ext cx="842671" cy="849742"/>
              </a:xfrm>
              <a:custGeom>
                <a:avLst/>
                <a:gdLst/>
                <a:ahLst/>
                <a:cxnLst/>
                <a:rect l="l" t="t" r="r" b="b"/>
                <a:pathLst>
                  <a:path w="842671" h="849742">
                    <a:moveTo>
                      <a:pt x="842671" y="153701"/>
                    </a:moveTo>
                    <a:lnTo>
                      <a:pt x="842671" y="696041"/>
                    </a:lnTo>
                    <a:cubicBezTo>
                      <a:pt x="842671" y="736805"/>
                      <a:pt x="826478" y="775900"/>
                      <a:pt x="797653" y="804724"/>
                    </a:cubicBezTo>
                    <a:cubicBezTo>
                      <a:pt x="768829" y="833548"/>
                      <a:pt x="729735" y="849742"/>
                      <a:pt x="688971" y="849742"/>
                    </a:cubicBezTo>
                    <a:lnTo>
                      <a:pt x="153701" y="849742"/>
                    </a:lnTo>
                    <a:cubicBezTo>
                      <a:pt x="68814" y="849742"/>
                      <a:pt x="0" y="780928"/>
                      <a:pt x="0" y="696041"/>
                    </a:cubicBezTo>
                    <a:lnTo>
                      <a:pt x="0" y="153701"/>
                    </a:lnTo>
                    <a:cubicBezTo>
                      <a:pt x="0" y="68814"/>
                      <a:pt x="68814" y="0"/>
                      <a:pt x="153701" y="0"/>
                    </a:cubicBezTo>
                    <a:lnTo>
                      <a:pt x="688971" y="0"/>
                    </a:lnTo>
                    <a:cubicBezTo>
                      <a:pt x="773857" y="0"/>
                      <a:pt x="842671" y="68814"/>
                      <a:pt x="842671" y="153701"/>
                    </a:cubicBezTo>
                    <a:close/>
                  </a:path>
                </a:pathLst>
              </a:custGeom>
              <a:solidFill>
                <a:srgbClr val="612C9E">
                  <a:alpha val="62745"/>
                </a:srgbClr>
              </a:solidFill>
            </p:spPr>
            <p:txBody>
              <a:bodyPr/>
              <a:lstStyle/>
              <a:p>
                <a:endParaRPr lang="es-CO"/>
              </a:p>
            </p:txBody>
          </p:sp>
          <p:sp>
            <p:nvSpPr>
              <p:cNvPr id="44" name="TextBox 4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45" name="Group 45"/>
            <p:cNvGrpSpPr/>
            <p:nvPr/>
          </p:nvGrpSpPr>
          <p:grpSpPr>
            <a:xfrm rot="2821336">
              <a:off x="3170980" y="1294707"/>
              <a:ext cx="683739" cy="689421"/>
              <a:chOff x="0" y="0"/>
              <a:chExt cx="842671" cy="849742"/>
            </a:xfrm>
          </p:grpSpPr>
          <p:sp>
            <p:nvSpPr>
              <p:cNvPr id="46" name="Freeform 46"/>
              <p:cNvSpPr/>
              <p:nvPr/>
            </p:nvSpPr>
            <p:spPr>
              <a:xfrm>
                <a:off x="0" y="0"/>
                <a:ext cx="842671" cy="849742"/>
              </a:xfrm>
              <a:custGeom>
                <a:avLst/>
                <a:gdLst/>
                <a:ahLst/>
                <a:cxnLst/>
                <a:rect l="l" t="t" r="r" b="b"/>
                <a:pathLst>
                  <a:path w="842671" h="849742">
                    <a:moveTo>
                      <a:pt x="842671" y="135875"/>
                    </a:moveTo>
                    <a:lnTo>
                      <a:pt x="842671" y="713867"/>
                    </a:lnTo>
                    <a:cubicBezTo>
                      <a:pt x="842671" y="749903"/>
                      <a:pt x="828356" y="784463"/>
                      <a:pt x="802874" y="809945"/>
                    </a:cubicBezTo>
                    <a:cubicBezTo>
                      <a:pt x="777393" y="835426"/>
                      <a:pt x="742832" y="849742"/>
                      <a:pt x="706796" y="849742"/>
                    </a:cubicBezTo>
                    <a:lnTo>
                      <a:pt x="135875" y="849742"/>
                    </a:lnTo>
                    <a:cubicBezTo>
                      <a:pt x="60833" y="849742"/>
                      <a:pt x="0" y="788908"/>
                      <a:pt x="0" y="713867"/>
                    </a:cubicBezTo>
                    <a:lnTo>
                      <a:pt x="0" y="135875"/>
                    </a:lnTo>
                    <a:cubicBezTo>
                      <a:pt x="0" y="60833"/>
                      <a:pt x="60833" y="0"/>
                      <a:pt x="135875" y="0"/>
                    </a:cubicBezTo>
                    <a:lnTo>
                      <a:pt x="706796" y="0"/>
                    </a:lnTo>
                    <a:cubicBezTo>
                      <a:pt x="781838" y="0"/>
                      <a:pt x="842671" y="60833"/>
                      <a:pt x="842671" y="135875"/>
                    </a:cubicBezTo>
                    <a:close/>
                  </a:path>
                </a:pathLst>
              </a:custGeom>
              <a:solidFill>
                <a:srgbClr val="5628A1">
                  <a:alpha val="62745"/>
                </a:srgbClr>
              </a:solidFill>
            </p:spPr>
            <p:txBody>
              <a:bodyPr/>
              <a:lstStyle/>
              <a:p>
                <a:endParaRPr lang="es-CO"/>
              </a:p>
            </p:txBody>
          </p:sp>
          <p:sp>
            <p:nvSpPr>
              <p:cNvPr id="47" name="TextBox 4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48" name="Group 48"/>
            <p:cNvGrpSpPr/>
            <p:nvPr/>
          </p:nvGrpSpPr>
          <p:grpSpPr>
            <a:xfrm rot="2821336">
              <a:off x="3922711" y="3323914"/>
              <a:ext cx="189095" cy="190666"/>
              <a:chOff x="0" y="0"/>
              <a:chExt cx="842671" cy="849742"/>
            </a:xfrm>
          </p:grpSpPr>
          <p:sp>
            <p:nvSpPr>
              <p:cNvPr id="49" name="Freeform 49"/>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50" name="TextBox 50"/>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51" name="Group 51"/>
            <p:cNvGrpSpPr/>
            <p:nvPr/>
          </p:nvGrpSpPr>
          <p:grpSpPr>
            <a:xfrm rot="2821336">
              <a:off x="1165666" y="6149374"/>
              <a:ext cx="736954" cy="736908"/>
              <a:chOff x="0" y="0"/>
              <a:chExt cx="1033370" cy="1033387"/>
            </a:xfrm>
          </p:grpSpPr>
          <p:sp>
            <p:nvSpPr>
              <p:cNvPr id="52" name="Freeform 52"/>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alpha val="62745"/>
                </a:srgbClr>
              </a:solidFill>
            </p:spPr>
            <p:txBody>
              <a:bodyPr/>
              <a:lstStyle/>
              <a:p>
                <a:endParaRPr lang="es-CO"/>
              </a:p>
            </p:txBody>
          </p:sp>
          <p:sp>
            <p:nvSpPr>
              <p:cNvPr id="53" name="TextBox 53"/>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54" name="Group 54"/>
            <p:cNvGrpSpPr/>
            <p:nvPr/>
          </p:nvGrpSpPr>
          <p:grpSpPr>
            <a:xfrm rot="2821336">
              <a:off x="455240" y="6466584"/>
              <a:ext cx="242486" cy="244501"/>
              <a:chOff x="0" y="0"/>
              <a:chExt cx="842671" cy="849742"/>
            </a:xfrm>
          </p:grpSpPr>
          <p:sp>
            <p:nvSpPr>
              <p:cNvPr id="55" name="Freeform 55"/>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62745"/>
                </a:srgbClr>
              </a:solidFill>
            </p:spPr>
            <p:txBody>
              <a:bodyPr/>
              <a:lstStyle/>
              <a:p>
                <a:endParaRPr lang="es-CO"/>
              </a:p>
            </p:txBody>
          </p:sp>
          <p:sp>
            <p:nvSpPr>
              <p:cNvPr id="56" name="TextBox 5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57" name="Group 57"/>
            <p:cNvGrpSpPr/>
            <p:nvPr/>
          </p:nvGrpSpPr>
          <p:grpSpPr>
            <a:xfrm rot="2821336">
              <a:off x="1985993" y="1331099"/>
              <a:ext cx="498828" cy="502973"/>
              <a:chOff x="0" y="0"/>
              <a:chExt cx="842671" cy="849742"/>
            </a:xfrm>
          </p:grpSpPr>
          <p:sp>
            <p:nvSpPr>
              <p:cNvPr id="58" name="Freeform 58"/>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5628A1">
                  <a:alpha val="62745"/>
                </a:srgbClr>
              </a:solidFill>
            </p:spPr>
            <p:txBody>
              <a:bodyPr/>
              <a:lstStyle/>
              <a:p>
                <a:endParaRPr lang="es-CO"/>
              </a:p>
            </p:txBody>
          </p:sp>
          <p:sp>
            <p:nvSpPr>
              <p:cNvPr id="59" name="TextBox 5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60" name="Group 60"/>
            <p:cNvGrpSpPr/>
            <p:nvPr/>
          </p:nvGrpSpPr>
          <p:grpSpPr>
            <a:xfrm rot="2821336">
              <a:off x="1471160" y="2107045"/>
              <a:ext cx="242486" cy="244501"/>
              <a:chOff x="0" y="0"/>
              <a:chExt cx="842671" cy="849742"/>
            </a:xfrm>
          </p:grpSpPr>
          <p:sp>
            <p:nvSpPr>
              <p:cNvPr id="61" name="Freeform 61"/>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62745"/>
                </a:srgbClr>
              </a:solidFill>
            </p:spPr>
            <p:txBody>
              <a:bodyPr/>
              <a:lstStyle/>
              <a:p>
                <a:endParaRPr lang="es-CO"/>
              </a:p>
            </p:txBody>
          </p:sp>
          <p:sp>
            <p:nvSpPr>
              <p:cNvPr id="62" name="TextBox 62"/>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63" name="Group 63"/>
            <p:cNvGrpSpPr/>
            <p:nvPr/>
          </p:nvGrpSpPr>
          <p:grpSpPr>
            <a:xfrm rot="2821336">
              <a:off x="2804357" y="835753"/>
              <a:ext cx="189095" cy="190666"/>
              <a:chOff x="0" y="0"/>
              <a:chExt cx="842671" cy="849742"/>
            </a:xfrm>
          </p:grpSpPr>
          <p:sp>
            <p:nvSpPr>
              <p:cNvPr id="64" name="Freeform 64"/>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65" name="TextBox 65"/>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66" name="Group 66"/>
            <p:cNvGrpSpPr/>
            <p:nvPr/>
          </p:nvGrpSpPr>
          <p:grpSpPr>
            <a:xfrm rot="2821336">
              <a:off x="4778888" y="218793"/>
              <a:ext cx="189095" cy="190666"/>
              <a:chOff x="0" y="0"/>
              <a:chExt cx="842671" cy="849742"/>
            </a:xfrm>
          </p:grpSpPr>
          <p:sp>
            <p:nvSpPr>
              <p:cNvPr id="67" name="Freeform 67"/>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E2EAC">
                  <a:alpha val="62745"/>
                </a:srgbClr>
              </a:solidFill>
            </p:spPr>
            <p:txBody>
              <a:bodyPr/>
              <a:lstStyle/>
              <a:p>
                <a:endParaRPr lang="es-CO"/>
              </a:p>
            </p:txBody>
          </p:sp>
          <p:sp>
            <p:nvSpPr>
              <p:cNvPr id="68" name="TextBox 6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69" name="Group 69"/>
            <p:cNvGrpSpPr/>
            <p:nvPr/>
          </p:nvGrpSpPr>
          <p:grpSpPr>
            <a:xfrm rot="2821336">
              <a:off x="3958215" y="674945"/>
              <a:ext cx="532665" cy="537091"/>
              <a:chOff x="0" y="0"/>
              <a:chExt cx="842671" cy="849742"/>
            </a:xfrm>
          </p:grpSpPr>
          <p:sp>
            <p:nvSpPr>
              <p:cNvPr id="70" name="Freeform 70"/>
              <p:cNvSpPr/>
              <p:nvPr/>
            </p:nvSpPr>
            <p:spPr>
              <a:xfrm>
                <a:off x="0" y="0"/>
                <a:ext cx="842671" cy="849742"/>
              </a:xfrm>
              <a:custGeom>
                <a:avLst/>
                <a:gdLst/>
                <a:ahLst/>
                <a:cxnLst/>
                <a:rect l="l" t="t" r="r" b="b"/>
                <a:pathLst>
                  <a:path w="842671" h="849742">
                    <a:moveTo>
                      <a:pt x="842671" y="174412"/>
                    </a:moveTo>
                    <a:lnTo>
                      <a:pt x="842671" y="675330"/>
                    </a:lnTo>
                    <a:cubicBezTo>
                      <a:pt x="842671" y="721587"/>
                      <a:pt x="824296" y="765949"/>
                      <a:pt x="791587" y="798658"/>
                    </a:cubicBezTo>
                    <a:cubicBezTo>
                      <a:pt x="758878" y="831366"/>
                      <a:pt x="714516" y="849742"/>
                      <a:pt x="668259" y="849742"/>
                    </a:cubicBezTo>
                    <a:lnTo>
                      <a:pt x="174412" y="849742"/>
                    </a:lnTo>
                    <a:cubicBezTo>
                      <a:pt x="128155" y="849742"/>
                      <a:pt x="83793" y="831366"/>
                      <a:pt x="51084" y="798658"/>
                    </a:cubicBezTo>
                    <a:cubicBezTo>
                      <a:pt x="18375" y="765949"/>
                      <a:pt x="0" y="721587"/>
                      <a:pt x="0" y="675330"/>
                    </a:cubicBezTo>
                    <a:lnTo>
                      <a:pt x="0" y="174412"/>
                    </a:lnTo>
                    <a:cubicBezTo>
                      <a:pt x="0" y="128155"/>
                      <a:pt x="18375" y="83793"/>
                      <a:pt x="51084" y="51084"/>
                    </a:cubicBezTo>
                    <a:cubicBezTo>
                      <a:pt x="83793" y="18375"/>
                      <a:pt x="128155" y="0"/>
                      <a:pt x="174412" y="0"/>
                    </a:cubicBezTo>
                    <a:lnTo>
                      <a:pt x="668259" y="0"/>
                    </a:lnTo>
                    <a:cubicBezTo>
                      <a:pt x="714516" y="0"/>
                      <a:pt x="758878" y="18375"/>
                      <a:pt x="791587" y="51084"/>
                    </a:cubicBezTo>
                    <a:cubicBezTo>
                      <a:pt x="824296" y="83793"/>
                      <a:pt x="842671" y="128155"/>
                      <a:pt x="842671" y="174412"/>
                    </a:cubicBezTo>
                    <a:close/>
                  </a:path>
                </a:pathLst>
              </a:custGeom>
              <a:solidFill>
                <a:srgbClr val="612C9E">
                  <a:alpha val="62745"/>
                </a:srgbClr>
              </a:solidFill>
            </p:spPr>
            <p:txBody>
              <a:bodyPr/>
              <a:lstStyle/>
              <a:p>
                <a:endParaRPr lang="es-CO"/>
              </a:p>
            </p:txBody>
          </p:sp>
          <p:sp>
            <p:nvSpPr>
              <p:cNvPr id="71" name="TextBox 7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72" name="Group 72"/>
            <p:cNvGrpSpPr/>
            <p:nvPr/>
          </p:nvGrpSpPr>
          <p:grpSpPr>
            <a:xfrm rot="2821336">
              <a:off x="3250753" y="87673"/>
              <a:ext cx="426956" cy="430505"/>
              <a:chOff x="0" y="0"/>
              <a:chExt cx="842671" cy="849742"/>
            </a:xfrm>
          </p:grpSpPr>
          <p:sp>
            <p:nvSpPr>
              <p:cNvPr id="73" name="Freeform 73"/>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alpha val="62745"/>
                </a:srgbClr>
              </a:solidFill>
            </p:spPr>
            <p:txBody>
              <a:bodyPr/>
              <a:lstStyle/>
              <a:p>
                <a:endParaRPr lang="es-CO"/>
              </a:p>
            </p:txBody>
          </p:sp>
          <p:sp>
            <p:nvSpPr>
              <p:cNvPr id="74" name="TextBox 7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75" name="Group 75"/>
            <p:cNvGrpSpPr/>
            <p:nvPr/>
          </p:nvGrpSpPr>
          <p:grpSpPr>
            <a:xfrm rot="2821336">
              <a:off x="2277178" y="6510366"/>
              <a:ext cx="426956" cy="430505"/>
              <a:chOff x="0" y="0"/>
              <a:chExt cx="842671" cy="849742"/>
            </a:xfrm>
          </p:grpSpPr>
          <p:sp>
            <p:nvSpPr>
              <p:cNvPr id="76" name="Freeform 76"/>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62745"/>
                </a:srgbClr>
              </a:solidFill>
            </p:spPr>
            <p:txBody>
              <a:bodyPr/>
              <a:lstStyle/>
              <a:p>
                <a:endParaRPr lang="es-CO"/>
              </a:p>
            </p:txBody>
          </p:sp>
          <p:sp>
            <p:nvSpPr>
              <p:cNvPr id="77" name="TextBox 7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78" name="Group 78"/>
            <p:cNvGrpSpPr/>
            <p:nvPr/>
          </p:nvGrpSpPr>
          <p:grpSpPr>
            <a:xfrm rot="2821336">
              <a:off x="2349454" y="7288032"/>
              <a:ext cx="226848" cy="228733"/>
              <a:chOff x="0" y="0"/>
              <a:chExt cx="842671" cy="849742"/>
            </a:xfrm>
          </p:grpSpPr>
          <p:sp>
            <p:nvSpPr>
              <p:cNvPr id="79" name="Freeform 79"/>
              <p:cNvSpPr/>
              <p:nvPr/>
            </p:nvSpPr>
            <p:spPr>
              <a:xfrm>
                <a:off x="0" y="0"/>
                <a:ext cx="842671" cy="849742"/>
              </a:xfrm>
              <a:custGeom>
                <a:avLst/>
                <a:gdLst/>
                <a:ahLst/>
                <a:cxnLst/>
                <a:rect l="l" t="t" r="r" b="b"/>
                <a:pathLst>
                  <a:path w="842671" h="849742">
                    <a:moveTo>
                      <a:pt x="842671" y="227522"/>
                    </a:moveTo>
                    <a:lnTo>
                      <a:pt x="842671" y="622220"/>
                    </a:lnTo>
                    <a:cubicBezTo>
                      <a:pt x="842671" y="747877"/>
                      <a:pt x="740806" y="849742"/>
                      <a:pt x="615149" y="849742"/>
                    </a:cubicBezTo>
                    <a:lnTo>
                      <a:pt x="227522" y="849742"/>
                    </a:lnTo>
                    <a:cubicBezTo>
                      <a:pt x="101865" y="849742"/>
                      <a:pt x="0" y="747877"/>
                      <a:pt x="0" y="622220"/>
                    </a:cubicBezTo>
                    <a:lnTo>
                      <a:pt x="0" y="227522"/>
                    </a:lnTo>
                    <a:cubicBezTo>
                      <a:pt x="0" y="101865"/>
                      <a:pt x="101865" y="0"/>
                      <a:pt x="227522" y="0"/>
                    </a:cubicBezTo>
                    <a:lnTo>
                      <a:pt x="615149" y="0"/>
                    </a:lnTo>
                    <a:cubicBezTo>
                      <a:pt x="740806" y="0"/>
                      <a:pt x="842671" y="101865"/>
                      <a:pt x="842671" y="227522"/>
                    </a:cubicBezTo>
                    <a:close/>
                  </a:path>
                </a:pathLst>
              </a:custGeom>
              <a:solidFill>
                <a:srgbClr val="6E2EAC">
                  <a:alpha val="62745"/>
                </a:srgbClr>
              </a:solidFill>
            </p:spPr>
            <p:txBody>
              <a:bodyPr/>
              <a:lstStyle/>
              <a:p>
                <a:endParaRPr lang="es-CO"/>
              </a:p>
            </p:txBody>
          </p:sp>
          <p:sp>
            <p:nvSpPr>
              <p:cNvPr id="80" name="TextBox 80"/>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81" name="Group 81"/>
            <p:cNvGrpSpPr/>
            <p:nvPr/>
          </p:nvGrpSpPr>
          <p:grpSpPr>
            <a:xfrm rot="2821336">
              <a:off x="3177741" y="2763147"/>
              <a:ext cx="426956" cy="430505"/>
              <a:chOff x="0" y="0"/>
              <a:chExt cx="842671" cy="849742"/>
            </a:xfrm>
          </p:grpSpPr>
          <p:sp>
            <p:nvSpPr>
              <p:cNvPr id="82" name="Freeform 82"/>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alpha val="62745"/>
                </a:srgbClr>
              </a:solidFill>
            </p:spPr>
            <p:txBody>
              <a:bodyPr/>
              <a:lstStyle/>
              <a:p>
                <a:endParaRPr lang="es-CO"/>
              </a:p>
            </p:txBody>
          </p:sp>
          <p:sp>
            <p:nvSpPr>
              <p:cNvPr id="83" name="TextBox 83"/>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84" name="Group 84"/>
            <p:cNvGrpSpPr/>
            <p:nvPr/>
          </p:nvGrpSpPr>
          <p:grpSpPr>
            <a:xfrm rot="2821336">
              <a:off x="3684963" y="2332480"/>
              <a:ext cx="189095" cy="190666"/>
              <a:chOff x="0" y="0"/>
              <a:chExt cx="842671" cy="849742"/>
            </a:xfrm>
          </p:grpSpPr>
          <p:sp>
            <p:nvSpPr>
              <p:cNvPr id="85" name="Freeform 85"/>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86" name="TextBox 8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87" name="Group 87"/>
            <p:cNvGrpSpPr/>
            <p:nvPr/>
          </p:nvGrpSpPr>
          <p:grpSpPr>
            <a:xfrm rot="2821336">
              <a:off x="5152492" y="758161"/>
              <a:ext cx="736954" cy="736908"/>
              <a:chOff x="0" y="0"/>
              <a:chExt cx="1033370" cy="1033387"/>
            </a:xfrm>
          </p:grpSpPr>
          <p:sp>
            <p:nvSpPr>
              <p:cNvPr id="88" name="Freeform 88"/>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5628A1">
                  <a:alpha val="62745"/>
                </a:srgbClr>
              </a:solidFill>
            </p:spPr>
            <p:txBody>
              <a:bodyPr/>
              <a:lstStyle/>
              <a:p>
                <a:endParaRPr lang="es-CO"/>
              </a:p>
            </p:txBody>
          </p:sp>
          <p:sp>
            <p:nvSpPr>
              <p:cNvPr id="89" name="TextBox 89"/>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90" name="Group 90"/>
            <p:cNvGrpSpPr/>
            <p:nvPr/>
          </p:nvGrpSpPr>
          <p:grpSpPr>
            <a:xfrm rot="2821336">
              <a:off x="3758813" y="2163504"/>
              <a:ext cx="498828" cy="502973"/>
              <a:chOff x="0" y="0"/>
              <a:chExt cx="842671" cy="849742"/>
            </a:xfrm>
          </p:grpSpPr>
          <p:sp>
            <p:nvSpPr>
              <p:cNvPr id="91" name="Freeform 91"/>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62745"/>
                </a:srgbClr>
              </a:solidFill>
            </p:spPr>
            <p:txBody>
              <a:bodyPr/>
              <a:lstStyle/>
              <a:p>
                <a:endParaRPr lang="es-CO"/>
              </a:p>
            </p:txBody>
          </p:sp>
          <p:sp>
            <p:nvSpPr>
              <p:cNvPr id="92" name="TextBox 92"/>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93" name="Group 93"/>
            <p:cNvGrpSpPr/>
            <p:nvPr/>
          </p:nvGrpSpPr>
          <p:grpSpPr>
            <a:xfrm rot="2821336">
              <a:off x="4505990" y="1443472"/>
              <a:ext cx="736954" cy="736908"/>
              <a:chOff x="0" y="0"/>
              <a:chExt cx="1033370" cy="1033387"/>
            </a:xfrm>
          </p:grpSpPr>
          <p:sp>
            <p:nvSpPr>
              <p:cNvPr id="94" name="Freeform 94"/>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alpha val="62745"/>
                </a:srgbClr>
              </a:solidFill>
            </p:spPr>
            <p:txBody>
              <a:bodyPr/>
              <a:lstStyle/>
              <a:p>
                <a:endParaRPr lang="es-CO"/>
              </a:p>
            </p:txBody>
          </p:sp>
          <p:sp>
            <p:nvSpPr>
              <p:cNvPr id="95" name="TextBox 95"/>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96" name="Group 96"/>
            <p:cNvGrpSpPr/>
            <p:nvPr/>
          </p:nvGrpSpPr>
          <p:grpSpPr>
            <a:xfrm rot="2821336">
              <a:off x="5617502" y="1804464"/>
              <a:ext cx="426956" cy="430505"/>
              <a:chOff x="0" y="0"/>
              <a:chExt cx="842671" cy="849742"/>
            </a:xfrm>
          </p:grpSpPr>
          <p:sp>
            <p:nvSpPr>
              <p:cNvPr id="97" name="Freeform 97"/>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62745"/>
                </a:srgbClr>
              </a:solidFill>
            </p:spPr>
            <p:txBody>
              <a:bodyPr/>
              <a:lstStyle/>
              <a:p>
                <a:endParaRPr lang="es-CO"/>
              </a:p>
            </p:txBody>
          </p:sp>
          <p:sp>
            <p:nvSpPr>
              <p:cNvPr id="98" name="TextBox 9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99" name="Group 99"/>
            <p:cNvGrpSpPr/>
            <p:nvPr/>
          </p:nvGrpSpPr>
          <p:grpSpPr>
            <a:xfrm rot="2821336">
              <a:off x="6323266" y="2313446"/>
              <a:ext cx="226848" cy="228733"/>
              <a:chOff x="0" y="0"/>
              <a:chExt cx="842671" cy="849742"/>
            </a:xfrm>
          </p:grpSpPr>
          <p:sp>
            <p:nvSpPr>
              <p:cNvPr id="100" name="Freeform 100"/>
              <p:cNvSpPr/>
              <p:nvPr/>
            </p:nvSpPr>
            <p:spPr>
              <a:xfrm>
                <a:off x="0" y="0"/>
                <a:ext cx="842671" cy="849742"/>
              </a:xfrm>
              <a:custGeom>
                <a:avLst/>
                <a:gdLst/>
                <a:ahLst/>
                <a:cxnLst/>
                <a:rect l="l" t="t" r="r" b="b"/>
                <a:pathLst>
                  <a:path w="842671" h="849742">
                    <a:moveTo>
                      <a:pt x="842671" y="227522"/>
                    </a:moveTo>
                    <a:lnTo>
                      <a:pt x="842671" y="622220"/>
                    </a:lnTo>
                    <a:cubicBezTo>
                      <a:pt x="842671" y="747877"/>
                      <a:pt x="740806" y="849742"/>
                      <a:pt x="615149" y="849742"/>
                    </a:cubicBezTo>
                    <a:lnTo>
                      <a:pt x="227522" y="849742"/>
                    </a:lnTo>
                    <a:cubicBezTo>
                      <a:pt x="101865" y="849742"/>
                      <a:pt x="0" y="747877"/>
                      <a:pt x="0" y="622220"/>
                    </a:cubicBezTo>
                    <a:lnTo>
                      <a:pt x="0" y="227522"/>
                    </a:lnTo>
                    <a:cubicBezTo>
                      <a:pt x="0" y="101865"/>
                      <a:pt x="101865" y="0"/>
                      <a:pt x="227522" y="0"/>
                    </a:cubicBezTo>
                    <a:lnTo>
                      <a:pt x="615149" y="0"/>
                    </a:lnTo>
                    <a:cubicBezTo>
                      <a:pt x="740806" y="0"/>
                      <a:pt x="842671" y="101865"/>
                      <a:pt x="842671" y="227522"/>
                    </a:cubicBezTo>
                    <a:close/>
                  </a:path>
                </a:pathLst>
              </a:custGeom>
              <a:solidFill>
                <a:srgbClr val="6E2EAC">
                  <a:alpha val="62745"/>
                </a:srgbClr>
              </a:solidFill>
            </p:spPr>
            <p:txBody>
              <a:bodyPr/>
              <a:lstStyle/>
              <a:p>
                <a:endParaRPr lang="es-CO"/>
              </a:p>
            </p:txBody>
          </p:sp>
          <p:sp>
            <p:nvSpPr>
              <p:cNvPr id="101" name="TextBox 10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02" name="Group 102"/>
            <p:cNvGrpSpPr/>
            <p:nvPr/>
          </p:nvGrpSpPr>
          <p:grpSpPr>
            <a:xfrm rot="2821336">
              <a:off x="6300648" y="1617310"/>
              <a:ext cx="189095" cy="190666"/>
              <a:chOff x="0" y="0"/>
              <a:chExt cx="842671" cy="849742"/>
            </a:xfrm>
          </p:grpSpPr>
          <p:sp>
            <p:nvSpPr>
              <p:cNvPr id="103" name="Freeform 103"/>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104" name="TextBox 10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sp>
        <p:nvSpPr>
          <p:cNvPr id="105" name="Freeform 105"/>
          <p:cNvSpPr/>
          <p:nvPr/>
        </p:nvSpPr>
        <p:spPr>
          <a:xfrm>
            <a:off x="15615134" y="522749"/>
            <a:ext cx="2061387" cy="1011901"/>
          </a:xfrm>
          <a:custGeom>
            <a:avLst/>
            <a:gdLst/>
            <a:ahLst/>
            <a:cxnLst/>
            <a:rect l="l" t="t" r="r" b="b"/>
            <a:pathLst>
              <a:path w="2061387" h="1011901">
                <a:moveTo>
                  <a:pt x="0" y="0"/>
                </a:moveTo>
                <a:lnTo>
                  <a:pt x="2061387" y="0"/>
                </a:lnTo>
                <a:lnTo>
                  <a:pt x="2061387" y="1011902"/>
                </a:lnTo>
                <a:lnTo>
                  <a:pt x="0" y="1011902"/>
                </a:lnTo>
                <a:lnTo>
                  <a:pt x="0" y="0"/>
                </a:lnTo>
                <a:close/>
              </a:path>
            </a:pathLst>
          </a:custGeom>
          <a:blipFill>
            <a:blip r:embed="rId2"/>
            <a:stretch>
              <a:fillRect/>
            </a:stretch>
          </a:blipFill>
        </p:spPr>
        <p:txBody>
          <a:bodyPr/>
          <a:lstStyle/>
          <a:p>
            <a:endParaRPr lang="es-CO"/>
          </a:p>
        </p:txBody>
      </p:sp>
      <p:grpSp>
        <p:nvGrpSpPr>
          <p:cNvPr id="106" name="Group 106"/>
          <p:cNvGrpSpPr/>
          <p:nvPr/>
        </p:nvGrpSpPr>
        <p:grpSpPr>
          <a:xfrm>
            <a:off x="17179657" y="15769"/>
            <a:ext cx="1108343" cy="1518881"/>
            <a:chOff x="0" y="0"/>
            <a:chExt cx="1477790" cy="2025175"/>
          </a:xfrm>
        </p:grpSpPr>
        <p:grpSp>
          <p:nvGrpSpPr>
            <p:cNvPr id="107" name="Group 107"/>
            <p:cNvGrpSpPr/>
            <p:nvPr/>
          </p:nvGrpSpPr>
          <p:grpSpPr>
            <a:xfrm rot="-10800000">
              <a:off x="720483" y="10427"/>
              <a:ext cx="292249" cy="294678"/>
              <a:chOff x="0" y="0"/>
              <a:chExt cx="842671" cy="849742"/>
            </a:xfrm>
          </p:grpSpPr>
          <p:sp>
            <p:nvSpPr>
              <p:cNvPr id="108" name="Freeform 108"/>
              <p:cNvSpPr/>
              <p:nvPr/>
            </p:nvSpPr>
            <p:spPr>
              <a:xfrm>
                <a:off x="0" y="0"/>
                <a:ext cx="842671" cy="849742"/>
              </a:xfrm>
              <a:custGeom>
                <a:avLst/>
                <a:gdLst/>
                <a:ahLst/>
                <a:cxnLst/>
                <a:rect l="l" t="t" r="r" b="b"/>
                <a:pathLst>
                  <a:path w="842671" h="849742">
                    <a:moveTo>
                      <a:pt x="842671" y="158231"/>
                    </a:moveTo>
                    <a:lnTo>
                      <a:pt x="842671" y="691511"/>
                    </a:lnTo>
                    <a:cubicBezTo>
                      <a:pt x="842671" y="733477"/>
                      <a:pt x="826000" y="773723"/>
                      <a:pt x="796326" y="803397"/>
                    </a:cubicBezTo>
                    <a:cubicBezTo>
                      <a:pt x="766652" y="833071"/>
                      <a:pt x="726406" y="849742"/>
                      <a:pt x="684441" y="849742"/>
                    </a:cubicBezTo>
                    <a:lnTo>
                      <a:pt x="158231" y="849742"/>
                    </a:lnTo>
                    <a:cubicBezTo>
                      <a:pt x="116265" y="849742"/>
                      <a:pt x="76019" y="833071"/>
                      <a:pt x="46345" y="803397"/>
                    </a:cubicBezTo>
                    <a:cubicBezTo>
                      <a:pt x="16671" y="773723"/>
                      <a:pt x="0" y="733477"/>
                      <a:pt x="0" y="691511"/>
                    </a:cubicBezTo>
                    <a:lnTo>
                      <a:pt x="0" y="158231"/>
                    </a:lnTo>
                    <a:cubicBezTo>
                      <a:pt x="0" y="116265"/>
                      <a:pt x="16671" y="76019"/>
                      <a:pt x="46345" y="46345"/>
                    </a:cubicBezTo>
                    <a:cubicBezTo>
                      <a:pt x="76019" y="16671"/>
                      <a:pt x="116265" y="0"/>
                      <a:pt x="158231" y="0"/>
                    </a:cubicBezTo>
                    <a:lnTo>
                      <a:pt x="684441" y="0"/>
                    </a:lnTo>
                    <a:cubicBezTo>
                      <a:pt x="726406" y="0"/>
                      <a:pt x="766652" y="16671"/>
                      <a:pt x="796326" y="46345"/>
                    </a:cubicBezTo>
                    <a:cubicBezTo>
                      <a:pt x="826000" y="76019"/>
                      <a:pt x="842671" y="116265"/>
                      <a:pt x="842671" y="158231"/>
                    </a:cubicBezTo>
                    <a:close/>
                  </a:path>
                </a:pathLst>
              </a:custGeom>
              <a:solidFill>
                <a:srgbClr val="612C9E">
                  <a:alpha val="62745"/>
                </a:srgbClr>
              </a:solidFill>
            </p:spPr>
            <p:txBody>
              <a:bodyPr/>
              <a:lstStyle/>
              <a:p>
                <a:endParaRPr lang="es-CO"/>
              </a:p>
            </p:txBody>
          </p:sp>
          <p:sp>
            <p:nvSpPr>
              <p:cNvPr id="109" name="TextBox 109"/>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10" name="Group 110"/>
            <p:cNvGrpSpPr/>
            <p:nvPr/>
          </p:nvGrpSpPr>
          <p:grpSpPr>
            <a:xfrm rot="-10800000">
              <a:off x="720483" y="421775"/>
              <a:ext cx="330590" cy="333337"/>
              <a:chOff x="0" y="0"/>
              <a:chExt cx="842671" cy="849742"/>
            </a:xfrm>
          </p:grpSpPr>
          <p:sp>
            <p:nvSpPr>
              <p:cNvPr id="111" name="Freeform 111"/>
              <p:cNvSpPr/>
              <p:nvPr/>
            </p:nvSpPr>
            <p:spPr>
              <a:xfrm>
                <a:off x="0" y="0"/>
                <a:ext cx="842671" cy="849742"/>
              </a:xfrm>
              <a:custGeom>
                <a:avLst/>
                <a:gdLst/>
                <a:ahLst/>
                <a:cxnLst/>
                <a:rect l="l" t="t" r="r" b="b"/>
                <a:pathLst>
                  <a:path w="842671" h="849742">
                    <a:moveTo>
                      <a:pt x="842671" y="119897"/>
                    </a:moveTo>
                    <a:lnTo>
                      <a:pt x="842671" y="729845"/>
                    </a:lnTo>
                    <a:cubicBezTo>
                      <a:pt x="842671" y="761644"/>
                      <a:pt x="830039" y="792140"/>
                      <a:pt x="807554" y="814625"/>
                    </a:cubicBezTo>
                    <a:cubicBezTo>
                      <a:pt x="785069" y="837110"/>
                      <a:pt x="754573" y="849742"/>
                      <a:pt x="722774" y="849742"/>
                    </a:cubicBezTo>
                    <a:lnTo>
                      <a:pt x="119897" y="849742"/>
                    </a:lnTo>
                    <a:cubicBezTo>
                      <a:pt x="53680" y="849742"/>
                      <a:pt x="0" y="796062"/>
                      <a:pt x="0" y="729845"/>
                    </a:cubicBezTo>
                    <a:lnTo>
                      <a:pt x="0" y="119897"/>
                    </a:lnTo>
                    <a:cubicBezTo>
                      <a:pt x="0" y="88098"/>
                      <a:pt x="12632" y="57602"/>
                      <a:pt x="35117" y="35117"/>
                    </a:cubicBezTo>
                    <a:cubicBezTo>
                      <a:pt x="57602" y="12632"/>
                      <a:pt x="88098" y="0"/>
                      <a:pt x="119897" y="0"/>
                    </a:cubicBezTo>
                    <a:lnTo>
                      <a:pt x="722774" y="0"/>
                    </a:lnTo>
                    <a:cubicBezTo>
                      <a:pt x="754573" y="0"/>
                      <a:pt x="785069" y="12632"/>
                      <a:pt x="807554" y="35117"/>
                    </a:cubicBezTo>
                    <a:cubicBezTo>
                      <a:pt x="830039" y="57602"/>
                      <a:pt x="842671" y="88098"/>
                      <a:pt x="842671" y="119897"/>
                    </a:cubicBezTo>
                    <a:close/>
                  </a:path>
                </a:pathLst>
              </a:custGeom>
              <a:solidFill>
                <a:srgbClr val="5628A1">
                  <a:alpha val="62745"/>
                </a:srgbClr>
              </a:solidFill>
            </p:spPr>
            <p:txBody>
              <a:bodyPr/>
              <a:lstStyle/>
              <a:p>
                <a:endParaRPr lang="es-CO"/>
              </a:p>
            </p:txBody>
          </p:sp>
          <p:sp>
            <p:nvSpPr>
              <p:cNvPr id="112" name="TextBox 112"/>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13" name="Group 113"/>
            <p:cNvGrpSpPr/>
            <p:nvPr/>
          </p:nvGrpSpPr>
          <p:grpSpPr>
            <a:xfrm rot="-10800000">
              <a:off x="44208" y="134128"/>
              <a:ext cx="91428" cy="92188"/>
              <a:chOff x="0" y="0"/>
              <a:chExt cx="842671" cy="849742"/>
            </a:xfrm>
          </p:grpSpPr>
          <p:sp>
            <p:nvSpPr>
              <p:cNvPr id="114" name="Freeform 114"/>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115" name="TextBox 115"/>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16" name="Group 116"/>
            <p:cNvGrpSpPr/>
            <p:nvPr/>
          </p:nvGrpSpPr>
          <p:grpSpPr>
            <a:xfrm rot="-10800000">
              <a:off x="1206348" y="33699"/>
              <a:ext cx="241185" cy="243189"/>
              <a:chOff x="0" y="0"/>
              <a:chExt cx="842671" cy="849742"/>
            </a:xfrm>
          </p:grpSpPr>
          <p:sp>
            <p:nvSpPr>
              <p:cNvPr id="117" name="Freeform 117"/>
              <p:cNvSpPr/>
              <p:nvPr/>
            </p:nvSpPr>
            <p:spPr>
              <a:xfrm>
                <a:off x="0" y="0"/>
                <a:ext cx="842671" cy="849742"/>
              </a:xfrm>
              <a:custGeom>
                <a:avLst/>
                <a:gdLst/>
                <a:ahLst/>
                <a:cxnLst/>
                <a:rect l="l" t="t" r="r" b="b"/>
                <a:pathLst>
                  <a:path w="842671" h="849742">
                    <a:moveTo>
                      <a:pt x="842671" y="164342"/>
                    </a:moveTo>
                    <a:lnTo>
                      <a:pt x="842671" y="685400"/>
                    </a:lnTo>
                    <a:cubicBezTo>
                      <a:pt x="842671" y="776164"/>
                      <a:pt x="769093" y="849742"/>
                      <a:pt x="678329" y="849742"/>
                    </a:cubicBezTo>
                    <a:lnTo>
                      <a:pt x="164342" y="849742"/>
                    </a:lnTo>
                    <a:cubicBezTo>
                      <a:pt x="73578" y="849742"/>
                      <a:pt x="0" y="776164"/>
                      <a:pt x="0" y="685400"/>
                    </a:cubicBezTo>
                    <a:lnTo>
                      <a:pt x="0" y="164342"/>
                    </a:lnTo>
                    <a:cubicBezTo>
                      <a:pt x="0" y="73578"/>
                      <a:pt x="73578" y="0"/>
                      <a:pt x="164342" y="0"/>
                    </a:cubicBezTo>
                    <a:lnTo>
                      <a:pt x="678329" y="0"/>
                    </a:lnTo>
                    <a:cubicBezTo>
                      <a:pt x="769093" y="0"/>
                      <a:pt x="842671" y="73578"/>
                      <a:pt x="842671" y="164342"/>
                    </a:cubicBezTo>
                    <a:close/>
                  </a:path>
                </a:pathLst>
              </a:custGeom>
              <a:solidFill>
                <a:srgbClr val="5628A1">
                  <a:alpha val="62745"/>
                </a:srgbClr>
              </a:solidFill>
            </p:spPr>
            <p:txBody>
              <a:bodyPr/>
              <a:lstStyle/>
              <a:p>
                <a:endParaRPr lang="es-CO"/>
              </a:p>
            </p:txBody>
          </p:sp>
          <p:sp>
            <p:nvSpPr>
              <p:cNvPr id="118" name="TextBox 118"/>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19" name="Group 119"/>
            <p:cNvGrpSpPr/>
            <p:nvPr/>
          </p:nvGrpSpPr>
          <p:grpSpPr>
            <a:xfrm rot="-10800000">
              <a:off x="1292992" y="558646"/>
              <a:ext cx="91428" cy="92188"/>
              <a:chOff x="0" y="0"/>
              <a:chExt cx="842671" cy="849742"/>
            </a:xfrm>
          </p:grpSpPr>
          <p:sp>
            <p:nvSpPr>
              <p:cNvPr id="120" name="Freeform 120"/>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06194C">
                  <a:alpha val="62745"/>
                </a:srgbClr>
              </a:solidFill>
            </p:spPr>
            <p:txBody>
              <a:bodyPr/>
              <a:lstStyle/>
              <a:p>
                <a:endParaRPr lang="es-CO"/>
              </a:p>
            </p:txBody>
          </p:sp>
          <p:sp>
            <p:nvSpPr>
              <p:cNvPr id="121" name="TextBox 121"/>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22" name="Group 122"/>
            <p:cNvGrpSpPr/>
            <p:nvPr/>
          </p:nvGrpSpPr>
          <p:grpSpPr>
            <a:xfrm rot="-10800000">
              <a:off x="860408" y="1460473"/>
              <a:ext cx="91428" cy="92188"/>
              <a:chOff x="0" y="0"/>
              <a:chExt cx="842671" cy="849742"/>
            </a:xfrm>
          </p:grpSpPr>
          <p:sp>
            <p:nvSpPr>
              <p:cNvPr id="123" name="Freeform 123"/>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E2EAC">
                  <a:alpha val="62745"/>
                </a:srgbClr>
              </a:solidFill>
            </p:spPr>
            <p:txBody>
              <a:bodyPr/>
              <a:lstStyle/>
              <a:p>
                <a:endParaRPr lang="es-CO"/>
              </a:p>
            </p:txBody>
          </p:sp>
          <p:sp>
            <p:nvSpPr>
              <p:cNvPr id="124" name="TextBox 124"/>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25" name="Group 125"/>
            <p:cNvGrpSpPr/>
            <p:nvPr/>
          </p:nvGrpSpPr>
          <p:grpSpPr>
            <a:xfrm rot="-10800000">
              <a:off x="790595" y="1796756"/>
              <a:ext cx="226536" cy="228419"/>
              <a:chOff x="0" y="0"/>
              <a:chExt cx="842671" cy="849742"/>
            </a:xfrm>
          </p:grpSpPr>
          <p:sp>
            <p:nvSpPr>
              <p:cNvPr id="126" name="Freeform 126"/>
              <p:cNvSpPr/>
              <p:nvPr/>
            </p:nvSpPr>
            <p:spPr>
              <a:xfrm>
                <a:off x="0" y="0"/>
                <a:ext cx="842671" cy="849742"/>
              </a:xfrm>
              <a:custGeom>
                <a:avLst/>
                <a:gdLst/>
                <a:ahLst/>
                <a:cxnLst/>
                <a:rect l="l" t="t" r="r" b="b"/>
                <a:pathLst>
                  <a:path w="842671" h="849742">
                    <a:moveTo>
                      <a:pt x="842671" y="145807"/>
                    </a:moveTo>
                    <a:lnTo>
                      <a:pt x="842671" y="703935"/>
                    </a:lnTo>
                    <a:cubicBezTo>
                      <a:pt x="842671" y="742605"/>
                      <a:pt x="827309" y="779692"/>
                      <a:pt x="799965" y="807036"/>
                    </a:cubicBezTo>
                    <a:cubicBezTo>
                      <a:pt x="772621" y="834380"/>
                      <a:pt x="735535" y="849742"/>
                      <a:pt x="696864" y="849742"/>
                    </a:cubicBezTo>
                    <a:lnTo>
                      <a:pt x="145807" y="849742"/>
                    </a:lnTo>
                    <a:cubicBezTo>
                      <a:pt x="65280" y="849742"/>
                      <a:pt x="0" y="784462"/>
                      <a:pt x="0" y="703935"/>
                    </a:cubicBezTo>
                    <a:lnTo>
                      <a:pt x="0" y="145807"/>
                    </a:lnTo>
                    <a:cubicBezTo>
                      <a:pt x="0" y="65280"/>
                      <a:pt x="65280" y="0"/>
                      <a:pt x="145807" y="0"/>
                    </a:cubicBezTo>
                    <a:lnTo>
                      <a:pt x="696864" y="0"/>
                    </a:lnTo>
                    <a:cubicBezTo>
                      <a:pt x="777391" y="0"/>
                      <a:pt x="842671" y="65280"/>
                      <a:pt x="842671" y="145807"/>
                    </a:cubicBezTo>
                    <a:close/>
                  </a:path>
                </a:pathLst>
              </a:custGeom>
              <a:solidFill>
                <a:srgbClr val="612C9E">
                  <a:alpha val="62745"/>
                </a:srgbClr>
              </a:solidFill>
            </p:spPr>
            <p:txBody>
              <a:bodyPr/>
              <a:lstStyle/>
              <a:p>
                <a:endParaRPr lang="es-CO"/>
              </a:p>
            </p:txBody>
          </p:sp>
          <p:sp>
            <p:nvSpPr>
              <p:cNvPr id="127" name="TextBox 127"/>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28" name="Group 128"/>
            <p:cNvGrpSpPr/>
            <p:nvPr/>
          </p:nvGrpSpPr>
          <p:grpSpPr>
            <a:xfrm rot="-10800000">
              <a:off x="65627" y="1391553"/>
              <a:ext cx="91428" cy="92188"/>
              <a:chOff x="0" y="0"/>
              <a:chExt cx="842671" cy="849742"/>
            </a:xfrm>
          </p:grpSpPr>
          <p:sp>
            <p:nvSpPr>
              <p:cNvPr id="129" name="Freeform 129"/>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5628A1">
                  <a:alpha val="62745"/>
                </a:srgbClr>
              </a:solidFill>
            </p:spPr>
            <p:txBody>
              <a:bodyPr/>
              <a:lstStyle/>
              <a:p>
                <a:endParaRPr lang="es-CO"/>
              </a:p>
            </p:txBody>
          </p:sp>
          <p:sp>
            <p:nvSpPr>
              <p:cNvPr id="130" name="TextBox 130"/>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31" name="Group 131"/>
            <p:cNvGrpSpPr/>
            <p:nvPr/>
          </p:nvGrpSpPr>
          <p:grpSpPr>
            <a:xfrm rot="-10800000">
              <a:off x="768599" y="939741"/>
              <a:ext cx="257545" cy="259685"/>
              <a:chOff x="0" y="0"/>
              <a:chExt cx="842671" cy="849742"/>
            </a:xfrm>
          </p:grpSpPr>
          <p:sp>
            <p:nvSpPr>
              <p:cNvPr id="132" name="Freeform 132"/>
              <p:cNvSpPr/>
              <p:nvPr/>
            </p:nvSpPr>
            <p:spPr>
              <a:xfrm>
                <a:off x="0" y="0"/>
                <a:ext cx="842671" cy="849742"/>
              </a:xfrm>
              <a:custGeom>
                <a:avLst/>
                <a:gdLst/>
                <a:ahLst/>
                <a:cxnLst/>
                <a:rect l="l" t="t" r="r" b="b"/>
                <a:pathLst>
                  <a:path w="842671" h="849742">
                    <a:moveTo>
                      <a:pt x="842671" y="128252"/>
                    </a:moveTo>
                    <a:lnTo>
                      <a:pt x="842671" y="721490"/>
                    </a:lnTo>
                    <a:cubicBezTo>
                      <a:pt x="842671" y="755505"/>
                      <a:pt x="829159" y="788126"/>
                      <a:pt x="805107" y="812178"/>
                    </a:cubicBezTo>
                    <a:cubicBezTo>
                      <a:pt x="781055" y="836230"/>
                      <a:pt x="748434" y="849742"/>
                      <a:pt x="714419" y="849742"/>
                    </a:cubicBezTo>
                    <a:lnTo>
                      <a:pt x="128252" y="849742"/>
                    </a:lnTo>
                    <a:cubicBezTo>
                      <a:pt x="57420" y="849742"/>
                      <a:pt x="0" y="792322"/>
                      <a:pt x="0" y="721490"/>
                    </a:cubicBezTo>
                    <a:lnTo>
                      <a:pt x="0" y="128252"/>
                    </a:lnTo>
                    <a:cubicBezTo>
                      <a:pt x="0" y="57420"/>
                      <a:pt x="57420" y="0"/>
                      <a:pt x="128252" y="0"/>
                    </a:cubicBezTo>
                    <a:lnTo>
                      <a:pt x="714419" y="0"/>
                    </a:lnTo>
                    <a:cubicBezTo>
                      <a:pt x="785251" y="0"/>
                      <a:pt x="842671" y="57420"/>
                      <a:pt x="842671" y="128252"/>
                    </a:cubicBezTo>
                    <a:close/>
                  </a:path>
                </a:pathLst>
              </a:custGeom>
              <a:solidFill>
                <a:srgbClr val="612C9E">
                  <a:alpha val="62745"/>
                </a:srgbClr>
              </a:solidFill>
            </p:spPr>
            <p:txBody>
              <a:bodyPr/>
              <a:lstStyle/>
              <a:p>
                <a:endParaRPr lang="es-CO"/>
              </a:p>
            </p:txBody>
          </p:sp>
          <p:sp>
            <p:nvSpPr>
              <p:cNvPr id="133" name="TextBox 133"/>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34" name="Group 134"/>
            <p:cNvGrpSpPr/>
            <p:nvPr/>
          </p:nvGrpSpPr>
          <p:grpSpPr>
            <a:xfrm rot="-10800000">
              <a:off x="1271356" y="907692"/>
              <a:ext cx="206435" cy="208150"/>
              <a:chOff x="0" y="0"/>
              <a:chExt cx="842671" cy="849742"/>
            </a:xfrm>
          </p:grpSpPr>
          <p:sp>
            <p:nvSpPr>
              <p:cNvPr id="135" name="Freeform 135"/>
              <p:cNvSpPr/>
              <p:nvPr/>
            </p:nvSpPr>
            <p:spPr>
              <a:xfrm>
                <a:off x="0" y="0"/>
                <a:ext cx="842671" cy="849742"/>
              </a:xfrm>
              <a:custGeom>
                <a:avLst/>
                <a:gdLst/>
                <a:ahLst/>
                <a:cxnLst/>
                <a:rect l="l" t="t" r="r" b="b"/>
                <a:pathLst>
                  <a:path w="842671" h="849742">
                    <a:moveTo>
                      <a:pt x="842671" y="224007"/>
                    </a:moveTo>
                    <a:lnTo>
                      <a:pt x="842671" y="625735"/>
                    </a:lnTo>
                    <a:cubicBezTo>
                      <a:pt x="842671" y="749451"/>
                      <a:pt x="742380" y="849742"/>
                      <a:pt x="618664" y="849742"/>
                    </a:cubicBezTo>
                    <a:lnTo>
                      <a:pt x="224007" y="849742"/>
                    </a:lnTo>
                    <a:cubicBezTo>
                      <a:pt x="100291" y="849742"/>
                      <a:pt x="0" y="749451"/>
                      <a:pt x="0" y="625735"/>
                    </a:cubicBezTo>
                    <a:lnTo>
                      <a:pt x="0" y="224007"/>
                    </a:lnTo>
                    <a:cubicBezTo>
                      <a:pt x="0" y="100291"/>
                      <a:pt x="100291" y="0"/>
                      <a:pt x="224007" y="0"/>
                    </a:cubicBezTo>
                    <a:lnTo>
                      <a:pt x="618664" y="0"/>
                    </a:lnTo>
                    <a:cubicBezTo>
                      <a:pt x="742380" y="0"/>
                      <a:pt x="842671" y="100291"/>
                      <a:pt x="842671" y="224007"/>
                    </a:cubicBezTo>
                    <a:close/>
                  </a:path>
                </a:pathLst>
              </a:custGeom>
              <a:solidFill>
                <a:srgbClr val="612C9E">
                  <a:alpha val="62745"/>
                </a:srgbClr>
              </a:solidFill>
            </p:spPr>
            <p:txBody>
              <a:bodyPr/>
              <a:lstStyle/>
              <a:p>
                <a:endParaRPr lang="es-CO"/>
              </a:p>
            </p:txBody>
          </p:sp>
          <p:sp>
            <p:nvSpPr>
              <p:cNvPr id="136" name="TextBox 136"/>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37" name="Group 137"/>
            <p:cNvGrpSpPr/>
            <p:nvPr/>
          </p:nvGrpSpPr>
          <p:grpSpPr>
            <a:xfrm rot="-10800000">
              <a:off x="0" y="516167"/>
              <a:ext cx="206435" cy="208150"/>
              <a:chOff x="0" y="0"/>
              <a:chExt cx="842671" cy="849742"/>
            </a:xfrm>
          </p:grpSpPr>
          <p:sp>
            <p:nvSpPr>
              <p:cNvPr id="138" name="Freeform 138"/>
              <p:cNvSpPr/>
              <p:nvPr/>
            </p:nvSpPr>
            <p:spPr>
              <a:xfrm>
                <a:off x="0" y="0"/>
                <a:ext cx="842671" cy="849742"/>
              </a:xfrm>
              <a:custGeom>
                <a:avLst/>
                <a:gdLst/>
                <a:ahLst/>
                <a:cxnLst/>
                <a:rect l="l" t="t" r="r" b="b"/>
                <a:pathLst>
                  <a:path w="842671" h="849742">
                    <a:moveTo>
                      <a:pt x="842671" y="224007"/>
                    </a:moveTo>
                    <a:lnTo>
                      <a:pt x="842671" y="625735"/>
                    </a:lnTo>
                    <a:cubicBezTo>
                      <a:pt x="842671" y="749451"/>
                      <a:pt x="742380" y="849742"/>
                      <a:pt x="618664" y="849742"/>
                    </a:cubicBezTo>
                    <a:lnTo>
                      <a:pt x="224007" y="849742"/>
                    </a:lnTo>
                    <a:cubicBezTo>
                      <a:pt x="100291" y="849742"/>
                      <a:pt x="0" y="749451"/>
                      <a:pt x="0" y="625735"/>
                    </a:cubicBezTo>
                    <a:lnTo>
                      <a:pt x="0" y="224007"/>
                    </a:lnTo>
                    <a:cubicBezTo>
                      <a:pt x="0" y="100291"/>
                      <a:pt x="100291" y="0"/>
                      <a:pt x="224007" y="0"/>
                    </a:cubicBezTo>
                    <a:lnTo>
                      <a:pt x="618664" y="0"/>
                    </a:lnTo>
                    <a:cubicBezTo>
                      <a:pt x="742380" y="0"/>
                      <a:pt x="842671" y="100291"/>
                      <a:pt x="842671" y="224007"/>
                    </a:cubicBezTo>
                    <a:close/>
                  </a:path>
                </a:pathLst>
              </a:custGeom>
              <a:solidFill>
                <a:srgbClr val="612C9E">
                  <a:alpha val="62745"/>
                </a:srgbClr>
              </a:solidFill>
            </p:spPr>
            <p:txBody>
              <a:bodyPr/>
              <a:lstStyle/>
              <a:p>
                <a:endParaRPr lang="es-CO"/>
              </a:p>
            </p:txBody>
          </p:sp>
          <p:sp>
            <p:nvSpPr>
              <p:cNvPr id="139" name="TextBox 139"/>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40" name="Group 140"/>
            <p:cNvGrpSpPr/>
            <p:nvPr/>
          </p:nvGrpSpPr>
          <p:grpSpPr>
            <a:xfrm rot="-10800000">
              <a:off x="349000" y="0"/>
              <a:ext cx="206435" cy="208150"/>
              <a:chOff x="0" y="0"/>
              <a:chExt cx="842671" cy="849742"/>
            </a:xfrm>
          </p:grpSpPr>
          <p:sp>
            <p:nvSpPr>
              <p:cNvPr id="141" name="Freeform 141"/>
              <p:cNvSpPr/>
              <p:nvPr/>
            </p:nvSpPr>
            <p:spPr>
              <a:xfrm>
                <a:off x="0" y="0"/>
                <a:ext cx="842671" cy="849742"/>
              </a:xfrm>
              <a:custGeom>
                <a:avLst/>
                <a:gdLst/>
                <a:ahLst/>
                <a:cxnLst/>
                <a:rect l="l" t="t" r="r" b="b"/>
                <a:pathLst>
                  <a:path w="842671" h="849742">
                    <a:moveTo>
                      <a:pt x="842671" y="160005"/>
                    </a:moveTo>
                    <a:lnTo>
                      <a:pt x="842671" y="689737"/>
                    </a:lnTo>
                    <a:cubicBezTo>
                      <a:pt x="842671" y="732173"/>
                      <a:pt x="825814" y="772871"/>
                      <a:pt x="795807" y="802877"/>
                    </a:cubicBezTo>
                    <a:cubicBezTo>
                      <a:pt x="765800" y="832884"/>
                      <a:pt x="725102" y="849742"/>
                      <a:pt x="682666" y="849742"/>
                    </a:cubicBezTo>
                    <a:lnTo>
                      <a:pt x="160005" y="849742"/>
                    </a:lnTo>
                    <a:cubicBezTo>
                      <a:pt x="71637" y="849742"/>
                      <a:pt x="0" y="778105"/>
                      <a:pt x="0" y="689737"/>
                    </a:cubicBezTo>
                    <a:lnTo>
                      <a:pt x="0" y="160005"/>
                    </a:lnTo>
                    <a:cubicBezTo>
                      <a:pt x="0" y="71637"/>
                      <a:pt x="71637" y="0"/>
                      <a:pt x="160005" y="0"/>
                    </a:cubicBezTo>
                    <a:lnTo>
                      <a:pt x="682666" y="0"/>
                    </a:lnTo>
                    <a:cubicBezTo>
                      <a:pt x="771034" y="0"/>
                      <a:pt x="842671" y="71637"/>
                      <a:pt x="842671" y="160005"/>
                    </a:cubicBezTo>
                    <a:close/>
                  </a:path>
                </a:pathLst>
              </a:custGeom>
              <a:solidFill>
                <a:srgbClr val="612C9E">
                  <a:alpha val="62745"/>
                </a:srgbClr>
              </a:solidFill>
            </p:spPr>
            <p:txBody>
              <a:bodyPr/>
              <a:lstStyle/>
              <a:p>
                <a:endParaRPr lang="es-CO"/>
              </a:p>
            </p:txBody>
          </p:sp>
          <p:sp>
            <p:nvSpPr>
              <p:cNvPr id="142" name="TextBox 142"/>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43" name="Group 143"/>
            <p:cNvGrpSpPr/>
            <p:nvPr/>
          </p:nvGrpSpPr>
          <p:grpSpPr>
            <a:xfrm rot="-10800000">
              <a:off x="473282" y="376815"/>
              <a:ext cx="91428" cy="92188"/>
              <a:chOff x="0" y="0"/>
              <a:chExt cx="842671" cy="849742"/>
            </a:xfrm>
          </p:grpSpPr>
          <p:sp>
            <p:nvSpPr>
              <p:cNvPr id="144" name="Freeform 144"/>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145" name="TextBox 145"/>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grpSp>
        <p:nvGrpSpPr>
          <p:cNvPr id="146" name="Group 146"/>
          <p:cNvGrpSpPr/>
          <p:nvPr/>
        </p:nvGrpSpPr>
        <p:grpSpPr>
          <a:xfrm>
            <a:off x="-778430" y="-3127955"/>
            <a:ext cx="2621050" cy="6462108"/>
            <a:chOff x="0" y="0"/>
            <a:chExt cx="3494734" cy="8616143"/>
          </a:xfrm>
        </p:grpSpPr>
        <p:grpSp>
          <p:nvGrpSpPr>
            <p:cNvPr id="147" name="Group 147"/>
            <p:cNvGrpSpPr/>
            <p:nvPr/>
          </p:nvGrpSpPr>
          <p:grpSpPr>
            <a:xfrm>
              <a:off x="1390617" y="4403474"/>
              <a:ext cx="778657" cy="778608"/>
              <a:chOff x="0" y="0"/>
              <a:chExt cx="1033370" cy="1033387"/>
            </a:xfrm>
          </p:grpSpPr>
          <p:sp>
            <p:nvSpPr>
              <p:cNvPr id="148" name="Freeform 148"/>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E2EAC">
                  <a:alpha val="62745"/>
                </a:srgbClr>
              </a:solidFill>
            </p:spPr>
            <p:txBody>
              <a:bodyPr/>
              <a:lstStyle/>
              <a:p>
                <a:endParaRPr lang="es-CO"/>
              </a:p>
            </p:txBody>
          </p:sp>
          <p:sp>
            <p:nvSpPr>
              <p:cNvPr id="149" name="TextBox 149"/>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150" name="Group 150"/>
            <p:cNvGrpSpPr/>
            <p:nvPr/>
          </p:nvGrpSpPr>
          <p:grpSpPr>
            <a:xfrm>
              <a:off x="2435549" y="5404087"/>
              <a:ext cx="778657" cy="778608"/>
              <a:chOff x="0" y="0"/>
              <a:chExt cx="1033370" cy="1033387"/>
            </a:xfrm>
          </p:grpSpPr>
          <p:sp>
            <p:nvSpPr>
              <p:cNvPr id="151" name="Freeform 151"/>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12C9E">
                  <a:alpha val="62745"/>
                </a:srgbClr>
              </a:solidFill>
            </p:spPr>
            <p:txBody>
              <a:bodyPr/>
              <a:lstStyle/>
              <a:p>
                <a:endParaRPr lang="es-CO"/>
              </a:p>
            </p:txBody>
          </p:sp>
          <p:sp>
            <p:nvSpPr>
              <p:cNvPr id="152" name="TextBox 152"/>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153" name="Group 153"/>
            <p:cNvGrpSpPr/>
            <p:nvPr/>
          </p:nvGrpSpPr>
          <p:grpSpPr>
            <a:xfrm>
              <a:off x="1521610" y="5429487"/>
              <a:ext cx="634963" cy="640240"/>
              <a:chOff x="0" y="0"/>
              <a:chExt cx="842671" cy="849742"/>
            </a:xfrm>
          </p:grpSpPr>
          <p:sp>
            <p:nvSpPr>
              <p:cNvPr id="154" name="Freeform 154"/>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06194C">
                  <a:alpha val="62745"/>
                </a:srgbClr>
              </a:solidFill>
            </p:spPr>
            <p:txBody>
              <a:bodyPr/>
              <a:lstStyle/>
              <a:p>
                <a:endParaRPr lang="es-CO"/>
              </a:p>
            </p:txBody>
          </p:sp>
          <p:sp>
            <p:nvSpPr>
              <p:cNvPr id="155" name="TextBox 155"/>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56" name="Group 156"/>
            <p:cNvGrpSpPr/>
            <p:nvPr/>
          </p:nvGrpSpPr>
          <p:grpSpPr>
            <a:xfrm>
              <a:off x="2460949" y="4498058"/>
              <a:ext cx="634963" cy="640240"/>
              <a:chOff x="0" y="0"/>
              <a:chExt cx="842671" cy="849742"/>
            </a:xfrm>
          </p:grpSpPr>
          <p:sp>
            <p:nvSpPr>
              <p:cNvPr id="157" name="Freeform 157"/>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612C9E">
                  <a:alpha val="62745"/>
                </a:srgbClr>
              </a:solidFill>
            </p:spPr>
            <p:txBody>
              <a:bodyPr/>
              <a:lstStyle/>
              <a:p>
                <a:endParaRPr lang="es-CO"/>
              </a:p>
            </p:txBody>
          </p:sp>
          <p:sp>
            <p:nvSpPr>
              <p:cNvPr id="158" name="TextBox 15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59" name="Group 159"/>
            <p:cNvGrpSpPr/>
            <p:nvPr/>
          </p:nvGrpSpPr>
          <p:grpSpPr>
            <a:xfrm>
              <a:off x="1589678" y="6501621"/>
              <a:ext cx="498828" cy="502973"/>
              <a:chOff x="0" y="0"/>
              <a:chExt cx="842671" cy="849742"/>
            </a:xfrm>
          </p:grpSpPr>
          <p:sp>
            <p:nvSpPr>
              <p:cNvPr id="160" name="Freeform 160"/>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612C9E">
                  <a:alpha val="62745"/>
                </a:srgbClr>
              </a:solidFill>
            </p:spPr>
            <p:txBody>
              <a:bodyPr/>
              <a:lstStyle/>
              <a:p>
                <a:endParaRPr lang="es-CO"/>
              </a:p>
            </p:txBody>
          </p:sp>
          <p:sp>
            <p:nvSpPr>
              <p:cNvPr id="161" name="TextBox 16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62" name="Group 162"/>
            <p:cNvGrpSpPr/>
            <p:nvPr/>
          </p:nvGrpSpPr>
          <p:grpSpPr>
            <a:xfrm>
              <a:off x="1779945" y="7637696"/>
              <a:ext cx="242486" cy="244501"/>
              <a:chOff x="0" y="0"/>
              <a:chExt cx="842671" cy="849742"/>
            </a:xfrm>
          </p:grpSpPr>
          <p:sp>
            <p:nvSpPr>
              <p:cNvPr id="163" name="Freeform 163"/>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62745"/>
                </a:srgbClr>
              </a:solidFill>
            </p:spPr>
            <p:txBody>
              <a:bodyPr/>
              <a:lstStyle/>
              <a:p>
                <a:endParaRPr lang="es-CO"/>
              </a:p>
            </p:txBody>
          </p:sp>
          <p:sp>
            <p:nvSpPr>
              <p:cNvPr id="164" name="TextBox 16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65" name="Group 165"/>
            <p:cNvGrpSpPr/>
            <p:nvPr/>
          </p:nvGrpSpPr>
          <p:grpSpPr>
            <a:xfrm>
              <a:off x="867983" y="6657774"/>
              <a:ext cx="189095" cy="190666"/>
              <a:chOff x="0" y="0"/>
              <a:chExt cx="842671" cy="849742"/>
            </a:xfrm>
          </p:grpSpPr>
          <p:sp>
            <p:nvSpPr>
              <p:cNvPr id="166" name="Freeform 166"/>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167" name="TextBox 16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68" name="Group 168"/>
            <p:cNvGrpSpPr/>
            <p:nvPr/>
          </p:nvGrpSpPr>
          <p:grpSpPr>
            <a:xfrm>
              <a:off x="0" y="5499582"/>
              <a:ext cx="189095" cy="190666"/>
              <a:chOff x="0" y="0"/>
              <a:chExt cx="842671" cy="849742"/>
            </a:xfrm>
          </p:grpSpPr>
          <p:sp>
            <p:nvSpPr>
              <p:cNvPr id="169" name="Freeform 169"/>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170" name="TextBox 170"/>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71" name="Group 171"/>
            <p:cNvGrpSpPr/>
            <p:nvPr/>
          </p:nvGrpSpPr>
          <p:grpSpPr>
            <a:xfrm>
              <a:off x="2477252" y="6384653"/>
              <a:ext cx="736954" cy="736908"/>
              <a:chOff x="0" y="0"/>
              <a:chExt cx="1033370" cy="1033387"/>
            </a:xfrm>
          </p:grpSpPr>
          <p:sp>
            <p:nvSpPr>
              <p:cNvPr id="172" name="Freeform 172"/>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alpha val="62745"/>
                </a:srgbClr>
              </a:solidFill>
            </p:spPr>
            <p:txBody>
              <a:bodyPr/>
              <a:lstStyle/>
              <a:p>
                <a:endParaRPr lang="es-CO"/>
              </a:p>
            </p:txBody>
          </p:sp>
          <p:sp>
            <p:nvSpPr>
              <p:cNvPr id="173" name="TextBox 173"/>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174" name="Group 174"/>
            <p:cNvGrpSpPr/>
            <p:nvPr/>
          </p:nvGrpSpPr>
          <p:grpSpPr>
            <a:xfrm>
              <a:off x="466460" y="7277504"/>
              <a:ext cx="736954" cy="736908"/>
              <a:chOff x="0" y="0"/>
              <a:chExt cx="1033370" cy="1033387"/>
            </a:xfrm>
          </p:grpSpPr>
          <p:sp>
            <p:nvSpPr>
              <p:cNvPr id="175" name="Freeform 175"/>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5628A1">
                  <a:alpha val="62745"/>
                </a:srgbClr>
              </a:solidFill>
            </p:spPr>
            <p:txBody>
              <a:bodyPr/>
              <a:lstStyle/>
              <a:p>
                <a:endParaRPr lang="es-CO"/>
              </a:p>
            </p:txBody>
          </p:sp>
          <p:sp>
            <p:nvSpPr>
              <p:cNvPr id="176" name="TextBox 176"/>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177" name="Group 177"/>
            <p:cNvGrpSpPr/>
            <p:nvPr/>
          </p:nvGrpSpPr>
          <p:grpSpPr>
            <a:xfrm>
              <a:off x="2619326" y="7455448"/>
              <a:ext cx="498828" cy="502973"/>
              <a:chOff x="0" y="0"/>
              <a:chExt cx="842671" cy="849742"/>
            </a:xfrm>
          </p:grpSpPr>
          <p:sp>
            <p:nvSpPr>
              <p:cNvPr id="178" name="Freeform 178"/>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62745"/>
                </a:srgbClr>
              </a:solidFill>
            </p:spPr>
            <p:txBody>
              <a:bodyPr/>
              <a:lstStyle/>
              <a:p>
                <a:endParaRPr lang="es-CO"/>
              </a:p>
            </p:txBody>
          </p:sp>
          <p:sp>
            <p:nvSpPr>
              <p:cNvPr id="179" name="TextBox 17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80" name="Group 180"/>
            <p:cNvGrpSpPr/>
            <p:nvPr/>
          </p:nvGrpSpPr>
          <p:grpSpPr>
            <a:xfrm>
              <a:off x="616138" y="5490170"/>
              <a:ext cx="498828" cy="502973"/>
              <a:chOff x="0" y="0"/>
              <a:chExt cx="842671" cy="849742"/>
            </a:xfrm>
          </p:grpSpPr>
          <p:sp>
            <p:nvSpPr>
              <p:cNvPr id="181" name="Freeform 181"/>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alpha val="62745"/>
                </a:srgbClr>
              </a:solidFill>
            </p:spPr>
            <p:txBody>
              <a:bodyPr/>
              <a:lstStyle/>
              <a:p>
                <a:endParaRPr lang="es-CO"/>
              </a:p>
            </p:txBody>
          </p:sp>
          <p:sp>
            <p:nvSpPr>
              <p:cNvPr id="182" name="TextBox 182"/>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83" name="Group 183"/>
            <p:cNvGrpSpPr/>
            <p:nvPr/>
          </p:nvGrpSpPr>
          <p:grpSpPr>
            <a:xfrm>
              <a:off x="1400161" y="3557516"/>
              <a:ext cx="604442" cy="609465"/>
              <a:chOff x="0" y="0"/>
              <a:chExt cx="842671" cy="849742"/>
            </a:xfrm>
          </p:grpSpPr>
          <p:sp>
            <p:nvSpPr>
              <p:cNvPr id="184" name="Freeform 184"/>
              <p:cNvSpPr/>
              <p:nvPr/>
            </p:nvSpPr>
            <p:spPr>
              <a:xfrm>
                <a:off x="0" y="0"/>
                <a:ext cx="842671" cy="849742"/>
              </a:xfrm>
              <a:custGeom>
                <a:avLst/>
                <a:gdLst/>
                <a:ahLst/>
                <a:cxnLst/>
                <a:rect l="l" t="t" r="r" b="b"/>
                <a:pathLst>
                  <a:path w="842671" h="849742">
                    <a:moveTo>
                      <a:pt x="842671" y="153701"/>
                    </a:moveTo>
                    <a:lnTo>
                      <a:pt x="842671" y="696041"/>
                    </a:lnTo>
                    <a:cubicBezTo>
                      <a:pt x="842671" y="736805"/>
                      <a:pt x="826478" y="775900"/>
                      <a:pt x="797653" y="804724"/>
                    </a:cubicBezTo>
                    <a:cubicBezTo>
                      <a:pt x="768829" y="833548"/>
                      <a:pt x="729735" y="849742"/>
                      <a:pt x="688971" y="849742"/>
                    </a:cubicBezTo>
                    <a:lnTo>
                      <a:pt x="153701" y="849742"/>
                    </a:lnTo>
                    <a:cubicBezTo>
                      <a:pt x="68814" y="849742"/>
                      <a:pt x="0" y="780928"/>
                      <a:pt x="0" y="696041"/>
                    </a:cubicBezTo>
                    <a:lnTo>
                      <a:pt x="0" y="153701"/>
                    </a:lnTo>
                    <a:cubicBezTo>
                      <a:pt x="0" y="68814"/>
                      <a:pt x="68814" y="0"/>
                      <a:pt x="153701" y="0"/>
                    </a:cubicBezTo>
                    <a:lnTo>
                      <a:pt x="688971" y="0"/>
                    </a:lnTo>
                    <a:cubicBezTo>
                      <a:pt x="773857" y="0"/>
                      <a:pt x="842671" y="68814"/>
                      <a:pt x="842671" y="153701"/>
                    </a:cubicBezTo>
                    <a:close/>
                  </a:path>
                </a:pathLst>
              </a:custGeom>
              <a:solidFill>
                <a:srgbClr val="612C9E">
                  <a:alpha val="62745"/>
                </a:srgbClr>
              </a:solidFill>
            </p:spPr>
            <p:txBody>
              <a:bodyPr/>
              <a:lstStyle/>
              <a:p>
                <a:endParaRPr lang="es-CO"/>
              </a:p>
            </p:txBody>
          </p:sp>
          <p:sp>
            <p:nvSpPr>
              <p:cNvPr id="185" name="TextBox 185"/>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86" name="Group 186"/>
            <p:cNvGrpSpPr/>
            <p:nvPr/>
          </p:nvGrpSpPr>
          <p:grpSpPr>
            <a:xfrm>
              <a:off x="1320864" y="2626795"/>
              <a:ext cx="683739" cy="689421"/>
              <a:chOff x="0" y="0"/>
              <a:chExt cx="842671" cy="849742"/>
            </a:xfrm>
          </p:grpSpPr>
          <p:sp>
            <p:nvSpPr>
              <p:cNvPr id="187" name="Freeform 187"/>
              <p:cNvSpPr/>
              <p:nvPr/>
            </p:nvSpPr>
            <p:spPr>
              <a:xfrm>
                <a:off x="0" y="0"/>
                <a:ext cx="842671" cy="849742"/>
              </a:xfrm>
              <a:custGeom>
                <a:avLst/>
                <a:gdLst/>
                <a:ahLst/>
                <a:cxnLst/>
                <a:rect l="l" t="t" r="r" b="b"/>
                <a:pathLst>
                  <a:path w="842671" h="849742">
                    <a:moveTo>
                      <a:pt x="842671" y="135875"/>
                    </a:moveTo>
                    <a:lnTo>
                      <a:pt x="842671" y="713867"/>
                    </a:lnTo>
                    <a:cubicBezTo>
                      <a:pt x="842671" y="749903"/>
                      <a:pt x="828356" y="784463"/>
                      <a:pt x="802874" y="809945"/>
                    </a:cubicBezTo>
                    <a:cubicBezTo>
                      <a:pt x="777393" y="835426"/>
                      <a:pt x="742832" y="849742"/>
                      <a:pt x="706796" y="849742"/>
                    </a:cubicBezTo>
                    <a:lnTo>
                      <a:pt x="135875" y="849742"/>
                    </a:lnTo>
                    <a:cubicBezTo>
                      <a:pt x="60833" y="849742"/>
                      <a:pt x="0" y="788908"/>
                      <a:pt x="0" y="713867"/>
                    </a:cubicBezTo>
                    <a:lnTo>
                      <a:pt x="0" y="135875"/>
                    </a:lnTo>
                    <a:cubicBezTo>
                      <a:pt x="0" y="60833"/>
                      <a:pt x="60833" y="0"/>
                      <a:pt x="135875" y="0"/>
                    </a:cubicBezTo>
                    <a:lnTo>
                      <a:pt x="706796" y="0"/>
                    </a:lnTo>
                    <a:cubicBezTo>
                      <a:pt x="781838" y="0"/>
                      <a:pt x="842671" y="60833"/>
                      <a:pt x="842671" y="135875"/>
                    </a:cubicBezTo>
                    <a:close/>
                  </a:path>
                </a:pathLst>
              </a:custGeom>
              <a:solidFill>
                <a:srgbClr val="5628A1">
                  <a:alpha val="62745"/>
                </a:srgbClr>
              </a:solidFill>
            </p:spPr>
            <p:txBody>
              <a:bodyPr/>
              <a:lstStyle/>
              <a:p>
                <a:endParaRPr lang="es-CO"/>
              </a:p>
            </p:txBody>
          </p:sp>
          <p:sp>
            <p:nvSpPr>
              <p:cNvPr id="188" name="TextBox 18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89" name="Group 189"/>
            <p:cNvGrpSpPr/>
            <p:nvPr/>
          </p:nvGrpSpPr>
          <p:grpSpPr>
            <a:xfrm>
              <a:off x="3214206" y="3720473"/>
              <a:ext cx="189095" cy="190666"/>
              <a:chOff x="0" y="0"/>
              <a:chExt cx="842671" cy="849742"/>
            </a:xfrm>
          </p:grpSpPr>
          <p:sp>
            <p:nvSpPr>
              <p:cNvPr id="190" name="Freeform 190"/>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191" name="TextBox 19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92" name="Group 192"/>
            <p:cNvGrpSpPr/>
            <p:nvPr/>
          </p:nvGrpSpPr>
          <p:grpSpPr>
            <a:xfrm>
              <a:off x="3160815" y="8371642"/>
              <a:ext cx="242486" cy="244501"/>
              <a:chOff x="0" y="0"/>
              <a:chExt cx="842671" cy="849742"/>
            </a:xfrm>
          </p:grpSpPr>
          <p:sp>
            <p:nvSpPr>
              <p:cNvPr id="193" name="Freeform 193"/>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62745"/>
                </a:srgbClr>
              </a:solidFill>
            </p:spPr>
            <p:txBody>
              <a:bodyPr/>
              <a:lstStyle/>
              <a:p>
                <a:endParaRPr lang="es-CO"/>
              </a:p>
            </p:txBody>
          </p:sp>
          <p:sp>
            <p:nvSpPr>
              <p:cNvPr id="194" name="TextBox 19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95" name="Group 195"/>
            <p:cNvGrpSpPr/>
            <p:nvPr/>
          </p:nvGrpSpPr>
          <p:grpSpPr>
            <a:xfrm>
              <a:off x="500890" y="3615877"/>
              <a:ext cx="498828" cy="502973"/>
              <a:chOff x="0" y="0"/>
              <a:chExt cx="842671" cy="849742"/>
            </a:xfrm>
          </p:grpSpPr>
          <p:sp>
            <p:nvSpPr>
              <p:cNvPr id="196" name="Freeform 196"/>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5628A1">
                  <a:alpha val="62745"/>
                </a:srgbClr>
              </a:solidFill>
            </p:spPr>
            <p:txBody>
              <a:bodyPr/>
              <a:lstStyle/>
              <a:p>
                <a:endParaRPr lang="es-CO"/>
              </a:p>
            </p:txBody>
          </p:sp>
          <p:sp>
            <p:nvSpPr>
              <p:cNvPr id="197" name="TextBox 19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98" name="Group 198"/>
            <p:cNvGrpSpPr/>
            <p:nvPr/>
          </p:nvGrpSpPr>
          <p:grpSpPr>
            <a:xfrm>
              <a:off x="663861" y="4656419"/>
              <a:ext cx="242486" cy="244501"/>
              <a:chOff x="0" y="0"/>
              <a:chExt cx="842671" cy="849742"/>
            </a:xfrm>
          </p:grpSpPr>
          <p:sp>
            <p:nvSpPr>
              <p:cNvPr id="199" name="Freeform 199"/>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alpha val="62745"/>
                </a:srgbClr>
              </a:solidFill>
            </p:spPr>
            <p:txBody>
              <a:bodyPr/>
              <a:lstStyle/>
              <a:p>
                <a:endParaRPr lang="es-CO"/>
              </a:p>
            </p:txBody>
          </p:sp>
          <p:sp>
            <p:nvSpPr>
              <p:cNvPr id="200" name="TextBox 200"/>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01" name="Group 201"/>
            <p:cNvGrpSpPr/>
            <p:nvPr/>
          </p:nvGrpSpPr>
          <p:grpSpPr>
            <a:xfrm>
              <a:off x="631422" y="2842467"/>
              <a:ext cx="189095" cy="190666"/>
              <a:chOff x="0" y="0"/>
              <a:chExt cx="842671" cy="849742"/>
            </a:xfrm>
          </p:grpSpPr>
          <p:sp>
            <p:nvSpPr>
              <p:cNvPr id="202" name="Freeform 202"/>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203" name="TextBox 203"/>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04" name="Group 204"/>
            <p:cNvGrpSpPr/>
            <p:nvPr/>
          </p:nvGrpSpPr>
          <p:grpSpPr>
            <a:xfrm>
              <a:off x="1526109" y="977273"/>
              <a:ext cx="189095" cy="190666"/>
              <a:chOff x="0" y="0"/>
              <a:chExt cx="842671" cy="849742"/>
            </a:xfrm>
          </p:grpSpPr>
          <p:sp>
            <p:nvSpPr>
              <p:cNvPr id="205" name="Freeform 205"/>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E2EAC">
                  <a:alpha val="62745"/>
                </a:srgbClr>
              </a:solidFill>
            </p:spPr>
            <p:txBody>
              <a:bodyPr/>
              <a:lstStyle/>
              <a:p>
                <a:endParaRPr lang="es-CO"/>
              </a:p>
            </p:txBody>
          </p:sp>
          <p:sp>
            <p:nvSpPr>
              <p:cNvPr id="206" name="TextBox 20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07" name="Group 207"/>
            <p:cNvGrpSpPr/>
            <p:nvPr/>
          </p:nvGrpSpPr>
          <p:grpSpPr>
            <a:xfrm>
              <a:off x="1391062" y="0"/>
              <a:ext cx="468531" cy="472425"/>
              <a:chOff x="0" y="0"/>
              <a:chExt cx="842671" cy="849742"/>
            </a:xfrm>
          </p:grpSpPr>
          <p:sp>
            <p:nvSpPr>
              <p:cNvPr id="208" name="Freeform 208"/>
              <p:cNvSpPr/>
              <p:nvPr/>
            </p:nvSpPr>
            <p:spPr>
              <a:xfrm>
                <a:off x="0" y="0"/>
                <a:ext cx="842671" cy="849742"/>
              </a:xfrm>
              <a:custGeom>
                <a:avLst/>
                <a:gdLst/>
                <a:ahLst/>
                <a:cxnLst/>
                <a:rect l="l" t="t" r="r" b="b"/>
                <a:pathLst>
                  <a:path w="842671" h="849742">
                    <a:moveTo>
                      <a:pt x="842671" y="198286"/>
                    </a:moveTo>
                    <a:lnTo>
                      <a:pt x="842671" y="651456"/>
                    </a:lnTo>
                    <a:cubicBezTo>
                      <a:pt x="842671" y="704045"/>
                      <a:pt x="821780" y="754480"/>
                      <a:pt x="784595" y="791665"/>
                    </a:cubicBezTo>
                    <a:cubicBezTo>
                      <a:pt x="747409" y="828851"/>
                      <a:pt x="696974" y="849742"/>
                      <a:pt x="644386" y="849742"/>
                    </a:cubicBezTo>
                    <a:lnTo>
                      <a:pt x="198286" y="849742"/>
                    </a:lnTo>
                    <a:cubicBezTo>
                      <a:pt x="88775" y="849742"/>
                      <a:pt x="0" y="760966"/>
                      <a:pt x="0" y="651456"/>
                    </a:cubicBezTo>
                    <a:lnTo>
                      <a:pt x="0" y="198286"/>
                    </a:lnTo>
                    <a:cubicBezTo>
                      <a:pt x="0" y="88775"/>
                      <a:pt x="88775" y="0"/>
                      <a:pt x="198286" y="0"/>
                    </a:cubicBezTo>
                    <a:lnTo>
                      <a:pt x="644386" y="0"/>
                    </a:lnTo>
                    <a:cubicBezTo>
                      <a:pt x="753896" y="0"/>
                      <a:pt x="842671" y="88775"/>
                      <a:pt x="842671" y="198286"/>
                    </a:cubicBezTo>
                    <a:close/>
                  </a:path>
                </a:pathLst>
              </a:custGeom>
              <a:solidFill>
                <a:srgbClr val="06194C">
                  <a:alpha val="62745"/>
                </a:srgbClr>
              </a:solidFill>
            </p:spPr>
            <p:txBody>
              <a:bodyPr/>
              <a:lstStyle/>
              <a:p>
                <a:endParaRPr lang="es-CO"/>
              </a:p>
            </p:txBody>
          </p:sp>
          <p:sp>
            <p:nvSpPr>
              <p:cNvPr id="209" name="TextBox 20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10" name="Group 210"/>
            <p:cNvGrpSpPr/>
            <p:nvPr/>
          </p:nvGrpSpPr>
          <p:grpSpPr>
            <a:xfrm>
              <a:off x="3169906" y="1119816"/>
              <a:ext cx="189095" cy="190666"/>
              <a:chOff x="0" y="0"/>
              <a:chExt cx="842671" cy="849742"/>
            </a:xfrm>
          </p:grpSpPr>
          <p:sp>
            <p:nvSpPr>
              <p:cNvPr id="211" name="Freeform 211"/>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5628A1">
                  <a:alpha val="62745"/>
                </a:srgbClr>
              </a:solidFill>
            </p:spPr>
            <p:txBody>
              <a:bodyPr/>
              <a:lstStyle/>
              <a:p>
                <a:endParaRPr lang="es-CO"/>
              </a:p>
            </p:txBody>
          </p:sp>
          <p:sp>
            <p:nvSpPr>
              <p:cNvPr id="212" name="TextBox 212"/>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13" name="Group 213"/>
            <p:cNvGrpSpPr/>
            <p:nvPr/>
          </p:nvGrpSpPr>
          <p:grpSpPr>
            <a:xfrm>
              <a:off x="3206110" y="1975076"/>
              <a:ext cx="128628" cy="129697"/>
              <a:chOff x="0" y="0"/>
              <a:chExt cx="842671" cy="849742"/>
            </a:xfrm>
          </p:grpSpPr>
          <p:sp>
            <p:nvSpPr>
              <p:cNvPr id="214" name="Freeform 214"/>
              <p:cNvSpPr/>
              <p:nvPr/>
            </p:nvSpPr>
            <p:spPr>
              <a:xfrm>
                <a:off x="0" y="0"/>
                <a:ext cx="842671" cy="849742"/>
              </a:xfrm>
              <a:custGeom>
                <a:avLst/>
                <a:gdLst/>
                <a:ahLst/>
                <a:cxnLst/>
                <a:rect l="l" t="t" r="r" b="b"/>
                <a:pathLst>
                  <a:path w="842671" h="849742">
                    <a:moveTo>
                      <a:pt x="842671" y="240754"/>
                    </a:moveTo>
                    <a:lnTo>
                      <a:pt x="842671" y="608988"/>
                    </a:lnTo>
                    <a:cubicBezTo>
                      <a:pt x="842671" y="672840"/>
                      <a:pt x="817306" y="734076"/>
                      <a:pt x="772156" y="779227"/>
                    </a:cubicBezTo>
                    <a:cubicBezTo>
                      <a:pt x="727006" y="824377"/>
                      <a:pt x="665769" y="849742"/>
                      <a:pt x="601917" y="849742"/>
                    </a:cubicBezTo>
                    <a:lnTo>
                      <a:pt x="240754" y="849742"/>
                    </a:lnTo>
                    <a:cubicBezTo>
                      <a:pt x="107789" y="849742"/>
                      <a:pt x="0" y="741952"/>
                      <a:pt x="0" y="608988"/>
                    </a:cubicBezTo>
                    <a:lnTo>
                      <a:pt x="0" y="240754"/>
                    </a:lnTo>
                    <a:cubicBezTo>
                      <a:pt x="0" y="107789"/>
                      <a:pt x="107789" y="0"/>
                      <a:pt x="240754" y="0"/>
                    </a:cubicBezTo>
                    <a:lnTo>
                      <a:pt x="601917" y="0"/>
                    </a:lnTo>
                    <a:cubicBezTo>
                      <a:pt x="734882" y="0"/>
                      <a:pt x="842671" y="107789"/>
                      <a:pt x="842671" y="240754"/>
                    </a:cubicBezTo>
                    <a:close/>
                  </a:path>
                </a:pathLst>
              </a:custGeom>
              <a:solidFill>
                <a:srgbClr val="612C9E">
                  <a:alpha val="62745"/>
                </a:srgbClr>
              </a:solidFill>
            </p:spPr>
            <p:txBody>
              <a:bodyPr/>
              <a:lstStyle/>
              <a:p>
                <a:endParaRPr lang="es-CO"/>
              </a:p>
            </p:txBody>
          </p:sp>
          <p:sp>
            <p:nvSpPr>
              <p:cNvPr id="215" name="TextBox 215"/>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16" name="Group 216"/>
            <p:cNvGrpSpPr/>
            <p:nvPr/>
          </p:nvGrpSpPr>
          <p:grpSpPr>
            <a:xfrm>
              <a:off x="1372422" y="1707846"/>
              <a:ext cx="532665" cy="537091"/>
              <a:chOff x="0" y="0"/>
              <a:chExt cx="842671" cy="849742"/>
            </a:xfrm>
          </p:grpSpPr>
          <p:sp>
            <p:nvSpPr>
              <p:cNvPr id="217" name="Freeform 217"/>
              <p:cNvSpPr/>
              <p:nvPr/>
            </p:nvSpPr>
            <p:spPr>
              <a:xfrm>
                <a:off x="0" y="0"/>
                <a:ext cx="842671" cy="849742"/>
              </a:xfrm>
              <a:custGeom>
                <a:avLst/>
                <a:gdLst/>
                <a:ahLst/>
                <a:cxnLst/>
                <a:rect l="l" t="t" r="r" b="b"/>
                <a:pathLst>
                  <a:path w="842671" h="849742">
                    <a:moveTo>
                      <a:pt x="842671" y="174412"/>
                    </a:moveTo>
                    <a:lnTo>
                      <a:pt x="842671" y="675330"/>
                    </a:lnTo>
                    <a:cubicBezTo>
                      <a:pt x="842671" y="721587"/>
                      <a:pt x="824296" y="765949"/>
                      <a:pt x="791587" y="798658"/>
                    </a:cubicBezTo>
                    <a:cubicBezTo>
                      <a:pt x="758878" y="831366"/>
                      <a:pt x="714516" y="849742"/>
                      <a:pt x="668259" y="849742"/>
                    </a:cubicBezTo>
                    <a:lnTo>
                      <a:pt x="174412" y="849742"/>
                    </a:lnTo>
                    <a:cubicBezTo>
                      <a:pt x="128155" y="849742"/>
                      <a:pt x="83793" y="831366"/>
                      <a:pt x="51084" y="798658"/>
                    </a:cubicBezTo>
                    <a:cubicBezTo>
                      <a:pt x="18375" y="765949"/>
                      <a:pt x="0" y="721587"/>
                      <a:pt x="0" y="675330"/>
                    </a:cubicBezTo>
                    <a:lnTo>
                      <a:pt x="0" y="174412"/>
                    </a:lnTo>
                    <a:cubicBezTo>
                      <a:pt x="0" y="128155"/>
                      <a:pt x="18375" y="83793"/>
                      <a:pt x="51084" y="51084"/>
                    </a:cubicBezTo>
                    <a:cubicBezTo>
                      <a:pt x="83793" y="18375"/>
                      <a:pt x="128155" y="0"/>
                      <a:pt x="174412" y="0"/>
                    </a:cubicBezTo>
                    <a:lnTo>
                      <a:pt x="668259" y="0"/>
                    </a:lnTo>
                    <a:cubicBezTo>
                      <a:pt x="714516" y="0"/>
                      <a:pt x="758878" y="18375"/>
                      <a:pt x="791587" y="51084"/>
                    </a:cubicBezTo>
                    <a:cubicBezTo>
                      <a:pt x="824296" y="83793"/>
                      <a:pt x="842671" y="128155"/>
                      <a:pt x="842671" y="174412"/>
                    </a:cubicBezTo>
                    <a:close/>
                  </a:path>
                </a:pathLst>
              </a:custGeom>
              <a:solidFill>
                <a:srgbClr val="612C9E">
                  <a:alpha val="62745"/>
                </a:srgbClr>
              </a:solidFill>
            </p:spPr>
            <p:txBody>
              <a:bodyPr/>
              <a:lstStyle/>
              <a:p>
                <a:endParaRPr lang="es-CO"/>
              </a:p>
            </p:txBody>
          </p:sp>
          <p:sp>
            <p:nvSpPr>
              <p:cNvPr id="218" name="TextBox 21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19" name="Group 219"/>
            <p:cNvGrpSpPr/>
            <p:nvPr/>
          </p:nvGrpSpPr>
          <p:grpSpPr>
            <a:xfrm>
              <a:off x="438309" y="1880718"/>
              <a:ext cx="426956" cy="430505"/>
              <a:chOff x="0" y="0"/>
              <a:chExt cx="842671" cy="849742"/>
            </a:xfrm>
          </p:grpSpPr>
          <p:sp>
            <p:nvSpPr>
              <p:cNvPr id="220" name="Freeform 220"/>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alpha val="62745"/>
                </a:srgbClr>
              </a:solidFill>
            </p:spPr>
            <p:txBody>
              <a:bodyPr/>
              <a:lstStyle/>
              <a:p>
                <a:endParaRPr lang="es-CO"/>
              </a:p>
            </p:txBody>
          </p:sp>
          <p:sp>
            <p:nvSpPr>
              <p:cNvPr id="221" name="TextBox 22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22" name="Group 222"/>
            <p:cNvGrpSpPr/>
            <p:nvPr/>
          </p:nvGrpSpPr>
          <p:grpSpPr>
            <a:xfrm>
              <a:off x="3067778" y="2690485"/>
              <a:ext cx="426956" cy="430505"/>
              <a:chOff x="0" y="0"/>
              <a:chExt cx="842671" cy="849742"/>
            </a:xfrm>
          </p:grpSpPr>
          <p:sp>
            <p:nvSpPr>
              <p:cNvPr id="223" name="Freeform 223"/>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62745"/>
                </a:srgbClr>
              </a:solidFill>
            </p:spPr>
            <p:txBody>
              <a:bodyPr/>
              <a:lstStyle/>
              <a:p>
                <a:endParaRPr lang="es-CO"/>
              </a:p>
            </p:txBody>
          </p:sp>
          <p:sp>
            <p:nvSpPr>
              <p:cNvPr id="224" name="TextBox 22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25" name="Group 225"/>
            <p:cNvGrpSpPr/>
            <p:nvPr/>
          </p:nvGrpSpPr>
          <p:grpSpPr>
            <a:xfrm>
              <a:off x="786567" y="6580558"/>
              <a:ext cx="426956" cy="430505"/>
              <a:chOff x="0" y="0"/>
              <a:chExt cx="842671" cy="849742"/>
            </a:xfrm>
          </p:grpSpPr>
          <p:sp>
            <p:nvSpPr>
              <p:cNvPr id="226" name="Freeform 226"/>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alpha val="62745"/>
                </a:srgbClr>
              </a:solidFill>
            </p:spPr>
            <p:txBody>
              <a:bodyPr/>
              <a:lstStyle/>
              <a:p>
                <a:endParaRPr lang="es-CO"/>
              </a:p>
            </p:txBody>
          </p:sp>
          <p:sp>
            <p:nvSpPr>
              <p:cNvPr id="227" name="TextBox 22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28" name="Group 228"/>
            <p:cNvGrpSpPr/>
            <p:nvPr/>
          </p:nvGrpSpPr>
          <p:grpSpPr>
            <a:xfrm>
              <a:off x="1362830" y="7163138"/>
              <a:ext cx="226848" cy="228733"/>
              <a:chOff x="0" y="0"/>
              <a:chExt cx="842671" cy="849742"/>
            </a:xfrm>
          </p:grpSpPr>
          <p:sp>
            <p:nvSpPr>
              <p:cNvPr id="229" name="Freeform 229"/>
              <p:cNvSpPr/>
              <p:nvPr/>
            </p:nvSpPr>
            <p:spPr>
              <a:xfrm>
                <a:off x="0" y="0"/>
                <a:ext cx="842671" cy="849742"/>
              </a:xfrm>
              <a:custGeom>
                <a:avLst/>
                <a:gdLst/>
                <a:ahLst/>
                <a:cxnLst/>
                <a:rect l="l" t="t" r="r" b="b"/>
                <a:pathLst>
                  <a:path w="842671" h="849742">
                    <a:moveTo>
                      <a:pt x="842671" y="227522"/>
                    </a:moveTo>
                    <a:lnTo>
                      <a:pt x="842671" y="622220"/>
                    </a:lnTo>
                    <a:cubicBezTo>
                      <a:pt x="842671" y="747877"/>
                      <a:pt x="740806" y="849742"/>
                      <a:pt x="615149" y="849742"/>
                    </a:cubicBezTo>
                    <a:lnTo>
                      <a:pt x="227522" y="849742"/>
                    </a:lnTo>
                    <a:cubicBezTo>
                      <a:pt x="101865" y="849742"/>
                      <a:pt x="0" y="747877"/>
                      <a:pt x="0" y="622220"/>
                    </a:cubicBezTo>
                    <a:lnTo>
                      <a:pt x="0" y="227522"/>
                    </a:lnTo>
                    <a:cubicBezTo>
                      <a:pt x="0" y="101865"/>
                      <a:pt x="101865" y="0"/>
                      <a:pt x="227522" y="0"/>
                    </a:cubicBezTo>
                    <a:lnTo>
                      <a:pt x="615149" y="0"/>
                    </a:lnTo>
                    <a:cubicBezTo>
                      <a:pt x="740806" y="0"/>
                      <a:pt x="842671" y="101865"/>
                      <a:pt x="842671" y="227522"/>
                    </a:cubicBezTo>
                    <a:close/>
                  </a:path>
                </a:pathLst>
              </a:custGeom>
              <a:solidFill>
                <a:srgbClr val="6E2EAC">
                  <a:alpha val="62745"/>
                </a:srgbClr>
              </a:solidFill>
            </p:spPr>
            <p:txBody>
              <a:bodyPr/>
              <a:lstStyle/>
              <a:p>
                <a:endParaRPr lang="es-CO"/>
              </a:p>
            </p:txBody>
          </p:sp>
          <p:sp>
            <p:nvSpPr>
              <p:cNvPr id="230" name="TextBox 230"/>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31" name="Group 231"/>
            <p:cNvGrpSpPr/>
            <p:nvPr/>
          </p:nvGrpSpPr>
          <p:grpSpPr>
            <a:xfrm>
              <a:off x="2345963" y="3758043"/>
              <a:ext cx="426956" cy="430505"/>
              <a:chOff x="0" y="0"/>
              <a:chExt cx="842671" cy="849742"/>
            </a:xfrm>
          </p:grpSpPr>
          <p:sp>
            <p:nvSpPr>
              <p:cNvPr id="232" name="Freeform 232"/>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alpha val="62745"/>
                </a:srgbClr>
              </a:solidFill>
            </p:spPr>
            <p:txBody>
              <a:bodyPr/>
              <a:lstStyle/>
              <a:p>
                <a:endParaRPr lang="es-CO"/>
              </a:p>
            </p:txBody>
          </p:sp>
          <p:sp>
            <p:nvSpPr>
              <p:cNvPr id="233" name="TextBox 233"/>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234" name="Group 234"/>
            <p:cNvGrpSpPr/>
            <p:nvPr/>
          </p:nvGrpSpPr>
          <p:grpSpPr>
            <a:xfrm>
              <a:off x="2326777" y="3218538"/>
              <a:ext cx="189095" cy="190666"/>
              <a:chOff x="0" y="0"/>
              <a:chExt cx="842671" cy="849742"/>
            </a:xfrm>
          </p:grpSpPr>
          <p:sp>
            <p:nvSpPr>
              <p:cNvPr id="235" name="Freeform 235"/>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alpha val="62745"/>
                </a:srgbClr>
              </a:solidFill>
            </p:spPr>
            <p:txBody>
              <a:bodyPr/>
              <a:lstStyle/>
              <a:p>
                <a:endParaRPr lang="es-CO"/>
              </a:p>
            </p:txBody>
          </p:sp>
          <p:sp>
            <p:nvSpPr>
              <p:cNvPr id="236" name="TextBox 23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grpSp>
        <p:nvGrpSpPr>
          <p:cNvPr id="237" name="Group 237"/>
          <p:cNvGrpSpPr/>
          <p:nvPr/>
        </p:nvGrpSpPr>
        <p:grpSpPr>
          <a:xfrm rot="-10800000">
            <a:off x="7781925" y="-640496"/>
            <a:ext cx="943632" cy="2326492"/>
            <a:chOff x="0" y="0"/>
            <a:chExt cx="1258176" cy="3101989"/>
          </a:xfrm>
        </p:grpSpPr>
        <p:grpSp>
          <p:nvGrpSpPr>
            <p:cNvPr id="238" name="Group 238"/>
            <p:cNvGrpSpPr/>
            <p:nvPr/>
          </p:nvGrpSpPr>
          <p:grpSpPr>
            <a:xfrm>
              <a:off x="500651" y="1585341"/>
              <a:ext cx="280332" cy="280315"/>
              <a:chOff x="0" y="0"/>
              <a:chExt cx="1033370" cy="1033387"/>
            </a:xfrm>
          </p:grpSpPr>
          <p:sp>
            <p:nvSpPr>
              <p:cNvPr id="239" name="Freeform 239"/>
              <p:cNvSpPr/>
              <p:nvPr/>
            </p:nvSpPr>
            <p:spPr>
              <a:xfrm>
                <a:off x="0" y="0"/>
                <a:ext cx="1033370" cy="1033387"/>
              </a:xfrm>
              <a:custGeom>
                <a:avLst/>
                <a:gdLst/>
                <a:ahLst/>
                <a:cxnLst/>
                <a:rect l="l" t="t" r="r" b="b"/>
                <a:pathLst>
                  <a:path w="1033370" h="1033387">
                    <a:moveTo>
                      <a:pt x="1033370" y="184113"/>
                    </a:moveTo>
                    <a:lnTo>
                      <a:pt x="1033370" y="849274"/>
                    </a:lnTo>
                    <a:cubicBezTo>
                      <a:pt x="1033370" y="898104"/>
                      <a:pt x="1013972" y="944934"/>
                      <a:pt x="979444" y="979462"/>
                    </a:cubicBezTo>
                    <a:cubicBezTo>
                      <a:pt x="944916" y="1013990"/>
                      <a:pt x="898087" y="1033387"/>
                      <a:pt x="849257" y="1033387"/>
                    </a:cubicBezTo>
                    <a:lnTo>
                      <a:pt x="184113" y="1033387"/>
                    </a:lnTo>
                    <a:cubicBezTo>
                      <a:pt x="135283" y="1033387"/>
                      <a:pt x="88453" y="1013990"/>
                      <a:pt x="53925" y="979462"/>
                    </a:cubicBezTo>
                    <a:cubicBezTo>
                      <a:pt x="19398" y="944934"/>
                      <a:pt x="0" y="898104"/>
                      <a:pt x="0" y="849274"/>
                    </a:cubicBezTo>
                    <a:lnTo>
                      <a:pt x="0" y="184113"/>
                    </a:lnTo>
                    <a:cubicBezTo>
                      <a:pt x="0" y="135283"/>
                      <a:pt x="19398" y="88453"/>
                      <a:pt x="53925" y="53925"/>
                    </a:cubicBezTo>
                    <a:cubicBezTo>
                      <a:pt x="88453" y="19398"/>
                      <a:pt x="135283" y="0"/>
                      <a:pt x="184113" y="0"/>
                    </a:cubicBezTo>
                    <a:lnTo>
                      <a:pt x="849257" y="0"/>
                    </a:lnTo>
                    <a:cubicBezTo>
                      <a:pt x="898087" y="0"/>
                      <a:pt x="944916" y="19398"/>
                      <a:pt x="979444" y="53925"/>
                    </a:cubicBezTo>
                    <a:cubicBezTo>
                      <a:pt x="1013972" y="88453"/>
                      <a:pt x="1033370" y="135283"/>
                      <a:pt x="1033370" y="184113"/>
                    </a:cubicBezTo>
                    <a:close/>
                  </a:path>
                </a:pathLst>
              </a:custGeom>
              <a:solidFill>
                <a:srgbClr val="6E2EAC">
                  <a:alpha val="62745"/>
                </a:srgbClr>
              </a:solidFill>
            </p:spPr>
            <p:txBody>
              <a:bodyPr/>
              <a:lstStyle/>
              <a:p>
                <a:endParaRPr lang="es-CO"/>
              </a:p>
            </p:txBody>
          </p:sp>
          <p:sp>
            <p:nvSpPr>
              <p:cNvPr id="240" name="TextBox 240"/>
              <p:cNvSpPr txBox="1"/>
              <p:nvPr/>
            </p:nvSpPr>
            <p:spPr>
              <a:xfrm>
                <a:off x="0" y="-57150"/>
                <a:ext cx="1033370" cy="1090537"/>
              </a:xfrm>
              <a:prstGeom prst="rect">
                <a:avLst/>
              </a:prstGeom>
            </p:spPr>
            <p:txBody>
              <a:bodyPr lIns="18289" tIns="18289" rIns="18289" bIns="18289" rtlCol="0" anchor="ctr"/>
              <a:lstStyle/>
              <a:p>
                <a:pPr algn="ctr">
                  <a:lnSpc>
                    <a:spcPts val="3640"/>
                  </a:lnSpc>
                  <a:spcBef>
                    <a:spcPct val="0"/>
                  </a:spcBef>
                </a:pPr>
                <a:endParaRPr/>
              </a:p>
            </p:txBody>
          </p:sp>
        </p:grpSp>
        <p:grpSp>
          <p:nvGrpSpPr>
            <p:cNvPr id="241" name="Group 241"/>
            <p:cNvGrpSpPr/>
            <p:nvPr/>
          </p:nvGrpSpPr>
          <p:grpSpPr>
            <a:xfrm>
              <a:off x="876848" y="1945583"/>
              <a:ext cx="280332" cy="280315"/>
              <a:chOff x="0" y="0"/>
              <a:chExt cx="1033370" cy="1033387"/>
            </a:xfrm>
          </p:grpSpPr>
          <p:sp>
            <p:nvSpPr>
              <p:cNvPr id="242" name="Freeform 242"/>
              <p:cNvSpPr/>
              <p:nvPr/>
            </p:nvSpPr>
            <p:spPr>
              <a:xfrm>
                <a:off x="0" y="0"/>
                <a:ext cx="1033370" cy="1033387"/>
              </a:xfrm>
              <a:custGeom>
                <a:avLst/>
                <a:gdLst/>
                <a:ahLst/>
                <a:cxnLst/>
                <a:rect l="l" t="t" r="r" b="b"/>
                <a:pathLst>
                  <a:path w="1033370" h="1033387">
                    <a:moveTo>
                      <a:pt x="1033370" y="184113"/>
                    </a:moveTo>
                    <a:lnTo>
                      <a:pt x="1033370" y="849274"/>
                    </a:lnTo>
                    <a:cubicBezTo>
                      <a:pt x="1033370" y="898104"/>
                      <a:pt x="1013972" y="944934"/>
                      <a:pt x="979444" y="979462"/>
                    </a:cubicBezTo>
                    <a:cubicBezTo>
                      <a:pt x="944916" y="1013990"/>
                      <a:pt x="898087" y="1033387"/>
                      <a:pt x="849257" y="1033387"/>
                    </a:cubicBezTo>
                    <a:lnTo>
                      <a:pt x="184113" y="1033387"/>
                    </a:lnTo>
                    <a:cubicBezTo>
                      <a:pt x="135283" y="1033387"/>
                      <a:pt x="88453" y="1013990"/>
                      <a:pt x="53925" y="979462"/>
                    </a:cubicBezTo>
                    <a:cubicBezTo>
                      <a:pt x="19398" y="944934"/>
                      <a:pt x="0" y="898104"/>
                      <a:pt x="0" y="849274"/>
                    </a:cubicBezTo>
                    <a:lnTo>
                      <a:pt x="0" y="184113"/>
                    </a:lnTo>
                    <a:cubicBezTo>
                      <a:pt x="0" y="135283"/>
                      <a:pt x="19398" y="88453"/>
                      <a:pt x="53925" y="53925"/>
                    </a:cubicBezTo>
                    <a:cubicBezTo>
                      <a:pt x="88453" y="19398"/>
                      <a:pt x="135283" y="0"/>
                      <a:pt x="184113" y="0"/>
                    </a:cubicBezTo>
                    <a:lnTo>
                      <a:pt x="849257" y="0"/>
                    </a:lnTo>
                    <a:cubicBezTo>
                      <a:pt x="898087" y="0"/>
                      <a:pt x="944916" y="19398"/>
                      <a:pt x="979444" y="53925"/>
                    </a:cubicBezTo>
                    <a:cubicBezTo>
                      <a:pt x="1013972" y="88453"/>
                      <a:pt x="1033370" y="135283"/>
                      <a:pt x="1033370" y="184113"/>
                    </a:cubicBezTo>
                    <a:close/>
                  </a:path>
                </a:pathLst>
              </a:custGeom>
              <a:solidFill>
                <a:srgbClr val="612C9E">
                  <a:alpha val="62745"/>
                </a:srgbClr>
              </a:solidFill>
            </p:spPr>
            <p:txBody>
              <a:bodyPr/>
              <a:lstStyle/>
              <a:p>
                <a:endParaRPr lang="es-CO"/>
              </a:p>
            </p:txBody>
          </p:sp>
          <p:sp>
            <p:nvSpPr>
              <p:cNvPr id="243" name="TextBox 243"/>
              <p:cNvSpPr txBox="1"/>
              <p:nvPr/>
            </p:nvSpPr>
            <p:spPr>
              <a:xfrm>
                <a:off x="0" y="-57150"/>
                <a:ext cx="1033370" cy="1090537"/>
              </a:xfrm>
              <a:prstGeom prst="rect">
                <a:avLst/>
              </a:prstGeom>
            </p:spPr>
            <p:txBody>
              <a:bodyPr lIns="18289" tIns="18289" rIns="18289" bIns="18289" rtlCol="0" anchor="ctr"/>
              <a:lstStyle/>
              <a:p>
                <a:pPr algn="ctr">
                  <a:lnSpc>
                    <a:spcPts val="3640"/>
                  </a:lnSpc>
                  <a:spcBef>
                    <a:spcPct val="0"/>
                  </a:spcBef>
                </a:pPr>
                <a:endParaRPr/>
              </a:p>
            </p:txBody>
          </p:sp>
        </p:grpSp>
        <p:grpSp>
          <p:nvGrpSpPr>
            <p:cNvPr id="244" name="Group 244"/>
            <p:cNvGrpSpPr/>
            <p:nvPr/>
          </p:nvGrpSpPr>
          <p:grpSpPr>
            <a:xfrm>
              <a:off x="547811" y="1954727"/>
              <a:ext cx="228600" cy="230500"/>
              <a:chOff x="0" y="0"/>
              <a:chExt cx="842671" cy="849742"/>
            </a:xfrm>
          </p:grpSpPr>
          <p:sp>
            <p:nvSpPr>
              <p:cNvPr id="245" name="Freeform 245"/>
              <p:cNvSpPr/>
              <p:nvPr/>
            </p:nvSpPr>
            <p:spPr>
              <a:xfrm>
                <a:off x="0" y="0"/>
                <a:ext cx="842671" cy="849742"/>
              </a:xfrm>
              <a:custGeom>
                <a:avLst/>
                <a:gdLst/>
                <a:ahLst/>
                <a:cxnLst/>
                <a:rect l="l" t="t" r="r" b="b"/>
                <a:pathLst>
                  <a:path w="842671" h="849742">
                    <a:moveTo>
                      <a:pt x="842671" y="225778"/>
                    </a:moveTo>
                    <a:lnTo>
                      <a:pt x="842671" y="623964"/>
                    </a:lnTo>
                    <a:cubicBezTo>
                      <a:pt x="842671" y="683844"/>
                      <a:pt x="818884" y="741271"/>
                      <a:pt x="776542" y="783613"/>
                    </a:cubicBezTo>
                    <a:cubicBezTo>
                      <a:pt x="734201" y="825955"/>
                      <a:pt x="676773" y="849742"/>
                      <a:pt x="616893" y="849742"/>
                    </a:cubicBezTo>
                    <a:lnTo>
                      <a:pt x="225778" y="849742"/>
                    </a:lnTo>
                    <a:cubicBezTo>
                      <a:pt x="165898" y="849742"/>
                      <a:pt x="108470" y="825955"/>
                      <a:pt x="66129" y="783613"/>
                    </a:cubicBezTo>
                    <a:cubicBezTo>
                      <a:pt x="23787" y="741271"/>
                      <a:pt x="0" y="683844"/>
                      <a:pt x="0" y="623964"/>
                    </a:cubicBezTo>
                    <a:lnTo>
                      <a:pt x="0" y="225778"/>
                    </a:lnTo>
                    <a:cubicBezTo>
                      <a:pt x="0" y="165898"/>
                      <a:pt x="23787" y="108470"/>
                      <a:pt x="66129" y="66129"/>
                    </a:cubicBezTo>
                    <a:cubicBezTo>
                      <a:pt x="108470" y="23787"/>
                      <a:pt x="165898" y="0"/>
                      <a:pt x="225778" y="0"/>
                    </a:cubicBezTo>
                    <a:lnTo>
                      <a:pt x="616893" y="0"/>
                    </a:lnTo>
                    <a:cubicBezTo>
                      <a:pt x="676773" y="0"/>
                      <a:pt x="734201" y="23787"/>
                      <a:pt x="776542" y="66129"/>
                    </a:cubicBezTo>
                    <a:cubicBezTo>
                      <a:pt x="818884" y="108470"/>
                      <a:pt x="842671" y="165898"/>
                      <a:pt x="842671" y="225778"/>
                    </a:cubicBezTo>
                    <a:close/>
                  </a:path>
                </a:pathLst>
              </a:custGeom>
              <a:solidFill>
                <a:srgbClr val="06194C">
                  <a:alpha val="62745"/>
                </a:srgbClr>
              </a:solidFill>
            </p:spPr>
            <p:txBody>
              <a:bodyPr/>
              <a:lstStyle/>
              <a:p>
                <a:endParaRPr lang="es-CO"/>
              </a:p>
            </p:txBody>
          </p:sp>
          <p:sp>
            <p:nvSpPr>
              <p:cNvPr id="246" name="TextBox 246"/>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47" name="Group 247"/>
            <p:cNvGrpSpPr/>
            <p:nvPr/>
          </p:nvGrpSpPr>
          <p:grpSpPr>
            <a:xfrm>
              <a:off x="885992" y="1619393"/>
              <a:ext cx="228600" cy="230500"/>
              <a:chOff x="0" y="0"/>
              <a:chExt cx="842671" cy="849742"/>
            </a:xfrm>
          </p:grpSpPr>
          <p:sp>
            <p:nvSpPr>
              <p:cNvPr id="248" name="Freeform 248"/>
              <p:cNvSpPr/>
              <p:nvPr/>
            </p:nvSpPr>
            <p:spPr>
              <a:xfrm>
                <a:off x="0" y="0"/>
                <a:ext cx="842671" cy="849742"/>
              </a:xfrm>
              <a:custGeom>
                <a:avLst/>
                <a:gdLst/>
                <a:ahLst/>
                <a:cxnLst/>
                <a:rect l="l" t="t" r="r" b="b"/>
                <a:pathLst>
                  <a:path w="842671" h="849742">
                    <a:moveTo>
                      <a:pt x="842671" y="225778"/>
                    </a:moveTo>
                    <a:lnTo>
                      <a:pt x="842671" y="623964"/>
                    </a:lnTo>
                    <a:cubicBezTo>
                      <a:pt x="842671" y="683844"/>
                      <a:pt x="818884" y="741271"/>
                      <a:pt x="776542" y="783613"/>
                    </a:cubicBezTo>
                    <a:cubicBezTo>
                      <a:pt x="734201" y="825955"/>
                      <a:pt x="676773" y="849742"/>
                      <a:pt x="616893" y="849742"/>
                    </a:cubicBezTo>
                    <a:lnTo>
                      <a:pt x="225778" y="849742"/>
                    </a:lnTo>
                    <a:cubicBezTo>
                      <a:pt x="165898" y="849742"/>
                      <a:pt x="108470" y="825955"/>
                      <a:pt x="66129" y="783613"/>
                    </a:cubicBezTo>
                    <a:cubicBezTo>
                      <a:pt x="23787" y="741271"/>
                      <a:pt x="0" y="683844"/>
                      <a:pt x="0" y="623964"/>
                    </a:cubicBezTo>
                    <a:lnTo>
                      <a:pt x="0" y="225778"/>
                    </a:lnTo>
                    <a:cubicBezTo>
                      <a:pt x="0" y="165898"/>
                      <a:pt x="23787" y="108470"/>
                      <a:pt x="66129" y="66129"/>
                    </a:cubicBezTo>
                    <a:cubicBezTo>
                      <a:pt x="108470" y="23787"/>
                      <a:pt x="165898" y="0"/>
                      <a:pt x="225778" y="0"/>
                    </a:cubicBezTo>
                    <a:lnTo>
                      <a:pt x="616893" y="0"/>
                    </a:lnTo>
                    <a:cubicBezTo>
                      <a:pt x="676773" y="0"/>
                      <a:pt x="734201" y="23787"/>
                      <a:pt x="776542" y="66129"/>
                    </a:cubicBezTo>
                    <a:cubicBezTo>
                      <a:pt x="818884" y="108470"/>
                      <a:pt x="842671" y="165898"/>
                      <a:pt x="842671" y="225778"/>
                    </a:cubicBezTo>
                    <a:close/>
                  </a:path>
                </a:pathLst>
              </a:custGeom>
              <a:solidFill>
                <a:srgbClr val="612C9E">
                  <a:alpha val="62745"/>
                </a:srgbClr>
              </a:solidFill>
            </p:spPr>
            <p:txBody>
              <a:bodyPr/>
              <a:lstStyle/>
              <a:p>
                <a:endParaRPr lang="es-CO"/>
              </a:p>
            </p:txBody>
          </p:sp>
          <p:sp>
            <p:nvSpPr>
              <p:cNvPr id="249" name="TextBox 249"/>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50" name="Group 250"/>
            <p:cNvGrpSpPr/>
            <p:nvPr/>
          </p:nvGrpSpPr>
          <p:grpSpPr>
            <a:xfrm>
              <a:off x="572317" y="2340717"/>
              <a:ext cx="179588" cy="181081"/>
              <a:chOff x="0" y="0"/>
              <a:chExt cx="842671" cy="849742"/>
            </a:xfrm>
          </p:grpSpPr>
          <p:sp>
            <p:nvSpPr>
              <p:cNvPr id="251" name="Freeform 251"/>
              <p:cNvSpPr/>
              <p:nvPr/>
            </p:nvSpPr>
            <p:spPr>
              <a:xfrm>
                <a:off x="0" y="0"/>
                <a:ext cx="842671" cy="849742"/>
              </a:xfrm>
              <a:custGeom>
                <a:avLst/>
                <a:gdLst/>
                <a:ahLst/>
                <a:cxnLst/>
                <a:rect l="l" t="t" r="r" b="b"/>
                <a:pathLst>
                  <a:path w="842671" h="849742">
                    <a:moveTo>
                      <a:pt x="842671" y="287395"/>
                    </a:moveTo>
                    <a:lnTo>
                      <a:pt x="842671" y="562347"/>
                    </a:lnTo>
                    <a:cubicBezTo>
                      <a:pt x="842671" y="638568"/>
                      <a:pt x="812392" y="711669"/>
                      <a:pt x="758495" y="765566"/>
                    </a:cubicBezTo>
                    <a:cubicBezTo>
                      <a:pt x="704598" y="819463"/>
                      <a:pt x="631498" y="849742"/>
                      <a:pt x="555276" y="849742"/>
                    </a:cubicBezTo>
                    <a:lnTo>
                      <a:pt x="287395" y="849742"/>
                    </a:lnTo>
                    <a:cubicBezTo>
                      <a:pt x="128671" y="849742"/>
                      <a:pt x="0" y="721071"/>
                      <a:pt x="0" y="562347"/>
                    </a:cubicBezTo>
                    <a:lnTo>
                      <a:pt x="0" y="287395"/>
                    </a:lnTo>
                    <a:cubicBezTo>
                      <a:pt x="0" y="211173"/>
                      <a:pt x="30279" y="138073"/>
                      <a:pt x="84176" y="84176"/>
                    </a:cubicBezTo>
                    <a:cubicBezTo>
                      <a:pt x="138073" y="30279"/>
                      <a:pt x="211173" y="0"/>
                      <a:pt x="287395" y="0"/>
                    </a:cubicBezTo>
                    <a:lnTo>
                      <a:pt x="555276" y="0"/>
                    </a:lnTo>
                    <a:cubicBezTo>
                      <a:pt x="631498" y="0"/>
                      <a:pt x="704598" y="30279"/>
                      <a:pt x="758495" y="84176"/>
                    </a:cubicBezTo>
                    <a:cubicBezTo>
                      <a:pt x="812392" y="138073"/>
                      <a:pt x="842671" y="211173"/>
                      <a:pt x="842671" y="287395"/>
                    </a:cubicBezTo>
                    <a:close/>
                  </a:path>
                </a:pathLst>
              </a:custGeom>
              <a:solidFill>
                <a:srgbClr val="612C9E">
                  <a:alpha val="62745"/>
                </a:srgbClr>
              </a:solidFill>
            </p:spPr>
            <p:txBody>
              <a:bodyPr/>
              <a:lstStyle/>
              <a:p>
                <a:endParaRPr lang="es-CO"/>
              </a:p>
            </p:txBody>
          </p:sp>
          <p:sp>
            <p:nvSpPr>
              <p:cNvPr id="252" name="TextBox 252"/>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53" name="Group 253"/>
            <p:cNvGrpSpPr/>
            <p:nvPr/>
          </p:nvGrpSpPr>
          <p:grpSpPr>
            <a:xfrm>
              <a:off x="640817" y="2749728"/>
              <a:ext cx="87300" cy="88025"/>
              <a:chOff x="0" y="0"/>
              <a:chExt cx="842671" cy="849742"/>
            </a:xfrm>
          </p:grpSpPr>
          <p:sp>
            <p:nvSpPr>
              <p:cNvPr id="254" name="Freeform 254"/>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55" name="TextBox 255"/>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56" name="Group 256"/>
            <p:cNvGrpSpPr/>
            <p:nvPr/>
          </p:nvGrpSpPr>
          <p:grpSpPr>
            <a:xfrm>
              <a:off x="312492" y="2396936"/>
              <a:ext cx="68078" cy="68644"/>
              <a:chOff x="0" y="0"/>
              <a:chExt cx="842671" cy="849742"/>
            </a:xfrm>
          </p:grpSpPr>
          <p:sp>
            <p:nvSpPr>
              <p:cNvPr id="257" name="Freeform 257"/>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58" name="TextBox 258"/>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59" name="Group 259"/>
            <p:cNvGrpSpPr/>
            <p:nvPr/>
          </p:nvGrpSpPr>
          <p:grpSpPr>
            <a:xfrm>
              <a:off x="0" y="1979963"/>
              <a:ext cx="68078" cy="68644"/>
              <a:chOff x="0" y="0"/>
              <a:chExt cx="842671" cy="849742"/>
            </a:xfrm>
          </p:grpSpPr>
          <p:sp>
            <p:nvSpPr>
              <p:cNvPr id="260" name="Freeform 260"/>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61" name="TextBox 261"/>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62" name="Group 262"/>
            <p:cNvGrpSpPr/>
            <p:nvPr/>
          </p:nvGrpSpPr>
          <p:grpSpPr>
            <a:xfrm>
              <a:off x="891862" y="2298607"/>
              <a:ext cx="265319" cy="265302"/>
              <a:chOff x="0" y="0"/>
              <a:chExt cx="1033370" cy="1033387"/>
            </a:xfrm>
          </p:grpSpPr>
          <p:sp>
            <p:nvSpPr>
              <p:cNvPr id="263" name="Freeform 263"/>
              <p:cNvSpPr/>
              <p:nvPr/>
            </p:nvSpPr>
            <p:spPr>
              <a:xfrm>
                <a:off x="0" y="0"/>
                <a:ext cx="1033370" cy="1033387"/>
              </a:xfrm>
              <a:custGeom>
                <a:avLst/>
                <a:gdLst/>
                <a:ahLst/>
                <a:cxnLst/>
                <a:rect l="l" t="t" r="r" b="b"/>
                <a:pathLst>
                  <a:path w="1033370" h="1033387">
                    <a:moveTo>
                      <a:pt x="1033370" y="194531"/>
                    </a:moveTo>
                    <a:lnTo>
                      <a:pt x="1033370" y="838856"/>
                    </a:lnTo>
                    <a:cubicBezTo>
                      <a:pt x="1033370" y="946293"/>
                      <a:pt x="946275" y="1033387"/>
                      <a:pt x="838838" y="1033387"/>
                    </a:cubicBezTo>
                    <a:lnTo>
                      <a:pt x="194531" y="1033387"/>
                    </a:lnTo>
                    <a:cubicBezTo>
                      <a:pt x="87095" y="1033387"/>
                      <a:pt x="0" y="946293"/>
                      <a:pt x="0" y="838856"/>
                    </a:cubicBezTo>
                    <a:lnTo>
                      <a:pt x="0" y="194531"/>
                    </a:lnTo>
                    <a:cubicBezTo>
                      <a:pt x="0" y="87095"/>
                      <a:pt x="87095" y="0"/>
                      <a:pt x="194531" y="0"/>
                    </a:cubicBezTo>
                    <a:lnTo>
                      <a:pt x="838838" y="0"/>
                    </a:lnTo>
                    <a:cubicBezTo>
                      <a:pt x="946275" y="0"/>
                      <a:pt x="1033370" y="87095"/>
                      <a:pt x="1033370" y="194531"/>
                    </a:cubicBezTo>
                    <a:close/>
                  </a:path>
                </a:pathLst>
              </a:custGeom>
              <a:solidFill>
                <a:srgbClr val="612C9E">
                  <a:alpha val="62745"/>
                </a:srgbClr>
              </a:solidFill>
            </p:spPr>
            <p:txBody>
              <a:bodyPr/>
              <a:lstStyle/>
              <a:p>
                <a:endParaRPr lang="es-CO"/>
              </a:p>
            </p:txBody>
          </p:sp>
          <p:sp>
            <p:nvSpPr>
              <p:cNvPr id="264" name="TextBox 264"/>
              <p:cNvSpPr txBox="1"/>
              <p:nvPr/>
            </p:nvSpPr>
            <p:spPr>
              <a:xfrm>
                <a:off x="0" y="-57150"/>
                <a:ext cx="1033370" cy="1090537"/>
              </a:xfrm>
              <a:prstGeom prst="rect">
                <a:avLst/>
              </a:prstGeom>
            </p:spPr>
            <p:txBody>
              <a:bodyPr lIns="18289" tIns="18289" rIns="18289" bIns="18289" rtlCol="0" anchor="ctr"/>
              <a:lstStyle/>
              <a:p>
                <a:pPr algn="ctr">
                  <a:lnSpc>
                    <a:spcPts val="3640"/>
                  </a:lnSpc>
                  <a:spcBef>
                    <a:spcPct val="0"/>
                  </a:spcBef>
                </a:pPr>
                <a:endParaRPr/>
              </a:p>
            </p:txBody>
          </p:sp>
        </p:grpSp>
        <p:grpSp>
          <p:nvGrpSpPr>
            <p:cNvPr id="265" name="Group 265"/>
            <p:cNvGrpSpPr/>
            <p:nvPr/>
          </p:nvGrpSpPr>
          <p:grpSpPr>
            <a:xfrm>
              <a:off x="167935" y="2620051"/>
              <a:ext cx="265319" cy="265302"/>
              <a:chOff x="0" y="0"/>
              <a:chExt cx="1033370" cy="1033387"/>
            </a:xfrm>
          </p:grpSpPr>
          <p:sp>
            <p:nvSpPr>
              <p:cNvPr id="266" name="Freeform 266"/>
              <p:cNvSpPr/>
              <p:nvPr/>
            </p:nvSpPr>
            <p:spPr>
              <a:xfrm>
                <a:off x="0" y="0"/>
                <a:ext cx="1033370" cy="1033387"/>
              </a:xfrm>
              <a:custGeom>
                <a:avLst/>
                <a:gdLst/>
                <a:ahLst/>
                <a:cxnLst/>
                <a:rect l="l" t="t" r="r" b="b"/>
                <a:pathLst>
                  <a:path w="1033370" h="1033387">
                    <a:moveTo>
                      <a:pt x="1033370" y="194531"/>
                    </a:moveTo>
                    <a:lnTo>
                      <a:pt x="1033370" y="838856"/>
                    </a:lnTo>
                    <a:cubicBezTo>
                      <a:pt x="1033370" y="946293"/>
                      <a:pt x="946275" y="1033387"/>
                      <a:pt x="838838" y="1033387"/>
                    </a:cubicBezTo>
                    <a:lnTo>
                      <a:pt x="194531" y="1033387"/>
                    </a:lnTo>
                    <a:cubicBezTo>
                      <a:pt x="87095" y="1033387"/>
                      <a:pt x="0" y="946293"/>
                      <a:pt x="0" y="838856"/>
                    </a:cubicBezTo>
                    <a:lnTo>
                      <a:pt x="0" y="194531"/>
                    </a:lnTo>
                    <a:cubicBezTo>
                      <a:pt x="0" y="87095"/>
                      <a:pt x="87095" y="0"/>
                      <a:pt x="194531" y="0"/>
                    </a:cubicBezTo>
                    <a:lnTo>
                      <a:pt x="838838" y="0"/>
                    </a:lnTo>
                    <a:cubicBezTo>
                      <a:pt x="946275" y="0"/>
                      <a:pt x="1033370" y="87095"/>
                      <a:pt x="1033370" y="194531"/>
                    </a:cubicBezTo>
                    <a:close/>
                  </a:path>
                </a:pathLst>
              </a:custGeom>
              <a:solidFill>
                <a:srgbClr val="5628A1">
                  <a:alpha val="62745"/>
                </a:srgbClr>
              </a:solidFill>
            </p:spPr>
            <p:txBody>
              <a:bodyPr/>
              <a:lstStyle/>
              <a:p>
                <a:endParaRPr lang="es-CO"/>
              </a:p>
            </p:txBody>
          </p:sp>
          <p:sp>
            <p:nvSpPr>
              <p:cNvPr id="267" name="TextBox 267"/>
              <p:cNvSpPr txBox="1"/>
              <p:nvPr/>
            </p:nvSpPr>
            <p:spPr>
              <a:xfrm>
                <a:off x="0" y="-57150"/>
                <a:ext cx="1033370" cy="1090537"/>
              </a:xfrm>
              <a:prstGeom prst="rect">
                <a:avLst/>
              </a:prstGeom>
            </p:spPr>
            <p:txBody>
              <a:bodyPr lIns="18289" tIns="18289" rIns="18289" bIns="18289" rtlCol="0" anchor="ctr"/>
              <a:lstStyle/>
              <a:p>
                <a:pPr algn="ctr">
                  <a:lnSpc>
                    <a:spcPts val="3640"/>
                  </a:lnSpc>
                  <a:spcBef>
                    <a:spcPct val="0"/>
                  </a:spcBef>
                </a:pPr>
                <a:endParaRPr/>
              </a:p>
            </p:txBody>
          </p:sp>
        </p:grpSp>
        <p:grpSp>
          <p:nvGrpSpPr>
            <p:cNvPr id="268" name="Group 268"/>
            <p:cNvGrpSpPr/>
            <p:nvPr/>
          </p:nvGrpSpPr>
          <p:grpSpPr>
            <a:xfrm>
              <a:off x="943011" y="2684114"/>
              <a:ext cx="179588" cy="181081"/>
              <a:chOff x="0" y="0"/>
              <a:chExt cx="842671" cy="849742"/>
            </a:xfrm>
          </p:grpSpPr>
          <p:sp>
            <p:nvSpPr>
              <p:cNvPr id="269" name="Freeform 269"/>
              <p:cNvSpPr/>
              <p:nvPr/>
            </p:nvSpPr>
            <p:spPr>
              <a:xfrm>
                <a:off x="0" y="0"/>
                <a:ext cx="842671" cy="849742"/>
              </a:xfrm>
              <a:custGeom>
                <a:avLst/>
                <a:gdLst/>
                <a:ahLst/>
                <a:cxnLst/>
                <a:rect l="l" t="t" r="r" b="b"/>
                <a:pathLst>
                  <a:path w="842671" h="849742">
                    <a:moveTo>
                      <a:pt x="842671" y="287395"/>
                    </a:moveTo>
                    <a:lnTo>
                      <a:pt x="842671" y="562347"/>
                    </a:lnTo>
                    <a:cubicBezTo>
                      <a:pt x="842671" y="638568"/>
                      <a:pt x="812392" y="711669"/>
                      <a:pt x="758495" y="765566"/>
                    </a:cubicBezTo>
                    <a:cubicBezTo>
                      <a:pt x="704598" y="819463"/>
                      <a:pt x="631498" y="849742"/>
                      <a:pt x="555276" y="849742"/>
                    </a:cubicBezTo>
                    <a:lnTo>
                      <a:pt x="287395" y="849742"/>
                    </a:lnTo>
                    <a:cubicBezTo>
                      <a:pt x="128671" y="849742"/>
                      <a:pt x="0" y="721071"/>
                      <a:pt x="0" y="562347"/>
                    </a:cubicBezTo>
                    <a:lnTo>
                      <a:pt x="0" y="287395"/>
                    </a:lnTo>
                    <a:cubicBezTo>
                      <a:pt x="0" y="211173"/>
                      <a:pt x="30279" y="138073"/>
                      <a:pt x="84176" y="84176"/>
                    </a:cubicBezTo>
                    <a:cubicBezTo>
                      <a:pt x="138073" y="30279"/>
                      <a:pt x="211173" y="0"/>
                      <a:pt x="287395" y="0"/>
                    </a:cubicBezTo>
                    <a:lnTo>
                      <a:pt x="555276" y="0"/>
                    </a:lnTo>
                    <a:cubicBezTo>
                      <a:pt x="631498" y="0"/>
                      <a:pt x="704598" y="30279"/>
                      <a:pt x="758495" y="84176"/>
                    </a:cubicBezTo>
                    <a:cubicBezTo>
                      <a:pt x="812392" y="138073"/>
                      <a:pt x="842671" y="211173"/>
                      <a:pt x="842671" y="287395"/>
                    </a:cubicBezTo>
                    <a:close/>
                  </a:path>
                </a:pathLst>
              </a:custGeom>
              <a:solidFill>
                <a:srgbClr val="47258E">
                  <a:alpha val="62745"/>
                </a:srgbClr>
              </a:solidFill>
            </p:spPr>
            <p:txBody>
              <a:bodyPr/>
              <a:lstStyle/>
              <a:p>
                <a:endParaRPr lang="es-CO"/>
              </a:p>
            </p:txBody>
          </p:sp>
          <p:sp>
            <p:nvSpPr>
              <p:cNvPr id="270" name="TextBox 270"/>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71" name="Group 271"/>
            <p:cNvGrpSpPr/>
            <p:nvPr/>
          </p:nvGrpSpPr>
          <p:grpSpPr>
            <a:xfrm>
              <a:off x="221822" y="1976574"/>
              <a:ext cx="179588" cy="181081"/>
              <a:chOff x="0" y="0"/>
              <a:chExt cx="842671" cy="849742"/>
            </a:xfrm>
          </p:grpSpPr>
          <p:sp>
            <p:nvSpPr>
              <p:cNvPr id="272" name="Freeform 272"/>
              <p:cNvSpPr/>
              <p:nvPr/>
            </p:nvSpPr>
            <p:spPr>
              <a:xfrm>
                <a:off x="0" y="0"/>
                <a:ext cx="842671" cy="849742"/>
              </a:xfrm>
              <a:custGeom>
                <a:avLst/>
                <a:gdLst/>
                <a:ahLst/>
                <a:cxnLst/>
                <a:rect l="l" t="t" r="r" b="b"/>
                <a:pathLst>
                  <a:path w="842671" h="849742">
                    <a:moveTo>
                      <a:pt x="842671" y="287395"/>
                    </a:moveTo>
                    <a:lnTo>
                      <a:pt x="842671" y="562347"/>
                    </a:lnTo>
                    <a:cubicBezTo>
                      <a:pt x="842671" y="638568"/>
                      <a:pt x="812392" y="711669"/>
                      <a:pt x="758495" y="765566"/>
                    </a:cubicBezTo>
                    <a:cubicBezTo>
                      <a:pt x="704598" y="819463"/>
                      <a:pt x="631498" y="849742"/>
                      <a:pt x="555276" y="849742"/>
                    </a:cubicBezTo>
                    <a:lnTo>
                      <a:pt x="287395" y="849742"/>
                    </a:lnTo>
                    <a:cubicBezTo>
                      <a:pt x="128671" y="849742"/>
                      <a:pt x="0" y="721071"/>
                      <a:pt x="0" y="562347"/>
                    </a:cubicBezTo>
                    <a:lnTo>
                      <a:pt x="0" y="287395"/>
                    </a:lnTo>
                    <a:cubicBezTo>
                      <a:pt x="0" y="211173"/>
                      <a:pt x="30279" y="138073"/>
                      <a:pt x="84176" y="84176"/>
                    </a:cubicBezTo>
                    <a:cubicBezTo>
                      <a:pt x="138073" y="30279"/>
                      <a:pt x="211173" y="0"/>
                      <a:pt x="287395" y="0"/>
                    </a:cubicBezTo>
                    <a:lnTo>
                      <a:pt x="555276" y="0"/>
                    </a:lnTo>
                    <a:cubicBezTo>
                      <a:pt x="631498" y="0"/>
                      <a:pt x="704598" y="30279"/>
                      <a:pt x="758495" y="84176"/>
                    </a:cubicBezTo>
                    <a:cubicBezTo>
                      <a:pt x="812392" y="138073"/>
                      <a:pt x="842671" y="211173"/>
                      <a:pt x="842671" y="287395"/>
                    </a:cubicBezTo>
                    <a:close/>
                  </a:path>
                </a:pathLst>
              </a:custGeom>
              <a:solidFill>
                <a:srgbClr val="47258E">
                  <a:alpha val="62745"/>
                </a:srgbClr>
              </a:solidFill>
            </p:spPr>
            <p:txBody>
              <a:bodyPr/>
              <a:lstStyle/>
              <a:p>
                <a:endParaRPr lang="es-CO"/>
              </a:p>
            </p:txBody>
          </p:sp>
          <p:sp>
            <p:nvSpPr>
              <p:cNvPr id="273" name="TextBox 273"/>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74" name="Group 274"/>
            <p:cNvGrpSpPr/>
            <p:nvPr/>
          </p:nvGrpSpPr>
          <p:grpSpPr>
            <a:xfrm>
              <a:off x="504087" y="1280779"/>
              <a:ext cx="217612" cy="219420"/>
              <a:chOff x="0" y="0"/>
              <a:chExt cx="842671" cy="849742"/>
            </a:xfrm>
          </p:grpSpPr>
          <p:sp>
            <p:nvSpPr>
              <p:cNvPr id="275" name="Freeform 275"/>
              <p:cNvSpPr/>
              <p:nvPr/>
            </p:nvSpPr>
            <p:spPr>
              <a:xfrm>
                <a:off x="0" y="0"/>
                <a:ext cx="842671" cy="849742"/>
              </a:xfrm>
              <a:custGeom>
                <a:avLst/>
                <a:gdLst/>
                <a:ahLst/>
                <a:cxnLst/>
                <a:rect l="l" t="t" r="r" b="b"/>
                <a:pathLst>
                  <a:path w="842671" h="849742">
                    <a:moveTo>
                      <a:pt x="842671" y="237179"/>
                    </a:moveTo>
                    <a:lnTo>
                      <a:pt x="842671" y="612563"/>
                    </a:lnTo>
                    <a:cubicBezTo>
                      <a:pt x="842671" y="675467"/>
                      <a:pt x="817683" y="735794"/>
                      <a:pt x="773203" y="780274"/>
                    </a:cubicBezTo>
                    <a:cubicBezTo>
                      <a:pt x="728724" y="824753"/>
                      <a:pt x="668396" y="849742"/>
                      <a:pt x="605493" y="849742"/>
                    </a:cubicBezTo>
                    <a:lnTo>
                      <a:pt x="237179" y="849742"/>
                    </a:lnTo>
                    <a:cubicBezTo>
                      <a:pt x="106188" y="849742"/>
                      <a:pt x="0" y="743553"/>
                      <a:pt x="0" y="612563"/>
                    </a:cubicBezTo>
                    <a:lnTo>
                      <a:pt x="0" y="237179"/>
                    </a:lnTo>
                    <a:cubicBezTo>
                      <a:pt x="0" y="174275"/>
                      <a:pt x="24988" y="113948"/>
                      <a:pt x="69468" y="69468"/>
                    </a:cubicBezTo>
                    <a:cubicBezTo>
                      <a:pt x="113948" y="24988"/>
                      <a:pt x="174275" y="0"/>
                      <a:pt x="237179" y="0"/>
                    </a:cubicBezTo>
                    <a:lnTo>
                      <a:pt x="605493" y="0"/>
                    </a:lnTo>
                    <a:cubicBezTo>
                      <a:pt x="736483" y="0"/>
                      <a:pt x="842671" y="106188"/>
                      <a:pt x="842671" y="237179"/>
                    </a:cubicBezTo>
                    <a:close/>
                  </a:path>
                </a:pathLst>
              </a:custGeom>
              <a:solidFill>
                <a:srgbClr val="612C9E">
                  <a:alpha val="62745"/>
                </a:srgbClr>
              </a:solidFill>
            </p:spPr>
            <p:txBody>
              <a:bodyPr/>
              <a:lstStyle/>
              <a:p>
                <a:endParaRPr lang="es-CO"/>
              </a:p>
            </p:txBody>
          </p:sp>
          <p:sp>
            <p:nvSpPr>
              <p:cNvPr id="276" name="TextBox 276"/>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77" name="Group 277"/>
            <p:cNvGrpSpPr/>
            <p:nvPr/>
          </p:nvGrpSpPr>
          <p:grpSpPr>
            <a:xfrm>
              <a:off x="475538" y="945700"/>
              <a:ext cx="246160" cy="248206"/>
              <a:chOff x="0" y="0"/>
              <a:chExt cx="842671" cy="849742"/>
            </a:xfrm>
          </p:grpSpPr>
          <p:sp>
            <p:nvSpPr>
              <p:cNvPr id="278" name="Freeform 278"/>
              <p:cNvSpPr/>
              <p:nvPr/>
            </p:nvSpPr>
            <p:spPr>
              <a:xfrm>
                <a:off x="0" y="0"/>
                <a:ext cx="842671" cy="849742"/>
              </a:xfrm>
              <a:custGeom>
                <a:avLst/>
                <a:gdLst/>
                <a:ahLst/>
                <a:cxnLst/>
                <a:rect l="l" t="t" r="r" b="b"/>
                <a:pathLst>
                  <a:path w="842671" h="849742">
                    <a:moveTo>
                      <a:pt x="842671" y="209672"/>
                    </a:moveTo>
                    <a:lnTo>
                      <a:pt x="842671" y="640070"/>
                    </a:lnTo>
                    <a:cubicBezTo>
                      <a:pt x="842671" y="695678"/>
                      <a:pt x="820581" y="749009"/>
                      <a:pt x="781260" y="788330"/>
                    </a:cubicBezTo>
                    <a:cubicBezTo>
                      <a:pt x="741939" y="827652"/>
                      <a:pt x="688608" y="849742"/>
                      <a:pt x="632999" y="849742"/>
                    </a:cubicBezTo>
                    <a:lnTo>
                      <a:pt x="209672" y="849742"/>
                    </a:lnTo>
                    <a:cubicBezTo>
                      <a:pt x="93873" y="849742"/>
                      <a:pt x="0" y="755869"/>
                      <a:pt x="0" y="640070"/>
                    </a:cubicBezTo>
                    <a:lnTo>
                      <a:pt x="0" y="209672"/>
                    </a:lnTo>
                    <a:cubicBezTo>
                      <a:pt x="0" y="93873"/>
                      <a:pt x="93873" y="0"/>
                      <a:pt x="209672" y="0"/>
                    </a:cubicBezTo>
                    <a:lnTo>
                      <a:pt x="632999" y="0"/>
                    </a:lnTo>
                    <a:cubicBezTo>
                      <a:pt x="748798" y="0"/>
                      <a:pt x="842671" y="93873"/>
                      <a:pt x="842671" y="209672"/>
                    </a:cubicBezTo>
                    <a:close/>
                  </a:path>
                </a:pathLst>
              </a:custGeom>
              <a:solidFill>
                <a:srgbClr val="5628A1">
                  <a:alpha val="62745"/>
                </a:srgbClr>
              </a:solidFill>
            </p:spPr>
            <p:txBody>
              <a:bodyPr/>
              <a:lstStyle/>
              <a:p>
                <a:endParaRPr lang="es-CO"/>
              </a:p>
            </p:txBody>
          </p:sp>
          <p:sp>
            <p:nvSpPr>
              <p:cNvPr id="279" name="TextBox 279"/>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80" name="Group 280"/>
            <p:cNvGrpSpPr/>
            <p:nvPr/>
          </p:nvGrpSpPr>
          <p:grpSpPr>
            <a:xfrm>
              <a:off x="1157180" y="1339447"/>
              <a:ext cx="68078" cy="68644"/>
              <a:chOff x="0" y="0"/>
              <a:chExt cx="842671" cy="849742"/>
            </a:xfrm>
          </p:grpSpPr>
          <p:sp>
            <p:nvSpPr>
              <p:cNvPr id="281" name="Freeform 281"/>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82" name="TextBox 282"/>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83" name="Group 283"/>
            <p:cNvGrpSpPr/>
            <p:nvPr/>
          </p:nvGrpSpPr>
          <p:grpSpPr>
            <a:xfrm>
              <a:off x="1137958" y="3013963"/>
              <a:ext cx="87300" cy="88025"/>
              <a:chOff x="0" y="0"/>
              <a:chExt cx="842671" cy="849742"/>
            </a:xfrm>
          </p:grpSpPr>
          <p:sp>
            <p:nvSpPr>
              <p:cNvPr id="284" name="Freeform 284"/>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85" name="TextBox 285"/>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86" name="Group 286"/>
            <p:cNvGrpSpPr/>
            <p:nvPr/>
          </p:nvGrpSpPr>
          <p:grpSpPr>
            <a:xfrm>
              <a:off x="180331" y="1301790"/>
              <a:ext cx="179588" cy="181081"/>
              <a:chOff x="0" y="0"/>
              <a:chExt cx="842671" cy="849742"/>
            </a:xfrm>
          </p:grpSpPr>
          <p:sp>
            <p:nvSpPr>
              <p:cNvPr id="287" name="Freeform 287"/>
              <p:cNvSpPr/>
              <p:nvPr/>
            </p:nvSpPr>
            <p:spPr>
              <a:xfrm>
                <a:off x="0" y="0"/>
                <a:ext cx="842671" cy="849742"/>
              </a:xfrm>
              <a:custGeom>
                <a:avLst/>
                <a:gdLst/>
                <a:ahLst/>
                <a:cxnLst/>
                <a:rect l="l" t="t" r="r" b="b"/>
                <a:pathLst>
                  <a:path w="842671" h="849742">
                    <a:moveTo>
                      <a:pt x="842671" y="287395"/>
                    </a:moveTo>
                    <a:lnTo>
                      <a:pt x="842671" y="562347"/>
                    </a:lnTo>
                    <a:cubicBezTo>
                      <a:pt x="842671" y="638568"/>
                      <a:pt x="812392" y="711669"/>
                      <a:pt x="758495" y="765566"/>
                    </a:cubicBezTo>
                    <a:cubicBezTo>
                      <a:pt x="704598" y="819463"/>
                      <a:pt x="631498" y="849742"/>
                      <a:pt x="555276" y="849742"/>
                    </a:cubicBezTo>
                    <a:lnTo>
                      <a:pt x="287395" y="849742"/>
                    </a:lnTo>
                    <a:cubicBezTo>
                      <a:pt x="128671" y="849742"/>
                      <a:pt x="0" y="721071"/>
                      <a:pt x="0" y="562347"/>
                    </a:cubicBezTo>
                    <a:lnTo>
                      <a:pt x="0" y="287395"/>
                    </a:lnTo>
                    <a:cubicBezTo>
                      <a:pt x="0" y="211173"/>
                      <a:pt x="30279" y="138073"/>
                      <a:pt x="84176" y="84176"/>
                    </a:cubicBezTo>
                    <a:cubicBezTo>
                      <a:pt x="138073" y="30279"/>
                      <a:pt x="211173" y="0"/>
                      <a:pt x="287395" y="0"/>
                    </a:cubicBezTo>
                    <a:lnTo>
                      <a:pt x="555276" y="0"/>
                    </a:lnTo>
                    <a:cubicBezTo>
                      <a:pt x="631498" y="0"/>
                      <a:pt x="704598" y="30279"/>
                      <a:pt x="758495" y="84176"/>
                    </a:cubicBezTo>
                    <a:cubicBezTo>
                      <a:pt x="812392" y="138073"/>
                      <a:pt x="842671" y="211173"/>
                      <a:pt x="842671" y="287395"/>
                    </a:cubicBezTo>
                    <a:close/>
                  </a:path>
                </a:pathLst>
              </a:custGeom>
              <a:solidFill>
                <a:srgbClr val="5628A1">
                  <a:alpha val="62745"/>
                </a:srgbClr>
              </a:solidFill>
            </p:spPr>
            <p:txBody>
              <a:bodyPr/>
              <a:lstStyle/>
              <a:p>
                <a:endParaRPr lang="es-CO"/>
              </a:p>
            </p:txBody>
          </p:sp>
          <p:sp>
            <p:nvSpPr>
              <p:cNvPr id="288" name="TextBox 288"/>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89" name="Group 289"/>
            <p:cNvGrpSpPr/>
            <p:nvPr/>
          </p:nvGrpSpPr>
          <p:grpSpPr>
            <a:xfrm>
              <a:off x="239004" y="1676406"/>
              <a:ext cx="87300" cy="88025"/>
              <a:chOff x="0" y="0"/>
              <a:chExt cx="842671" cy="849742"/>
            </a:xfrm>
          </p:grpSpPr>
          <p:sp>
            <p:nvSpPr>
              <p:cNvPr id="290" name="Freeform 290"/>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91" name="TextBox 291"/>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92" name="Group 292"/>
            <p:cNvGrpSpPr/>
            <p:nvPr/>
          </p:nvGrpSpPr>
          <p:grpSpPr>
            <a:xfrm>
              <a:off x="227325" y="1023346"/>
              <a:ext cx="68078" cy="68644"/>
              <a:chOff x="0" y="0"/>
              <a:chExt cx="842671" cy="849742"/>
            </a:xfrm>
          </p:grpSpPr>
          <p:sp>
            <p:nvSpPr>
              <p:cNvPr id="293" name="Freeform 293"/>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294" name="TextBox 294"/>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95" name="Group 295"/>
            <p:cNvGrpSpPr/>
            <p:nvPr/>
          </p:nvGrpSpPr>
          <p:grpSpPr>
            <a:xfrm>
              <a:off x="549431" y="351838"/>
              <a:ext cx="68078" cy="68644"/>
              <a:chOff x="0" y="0"/>
              <a:chExt cx="842671" cy="849742"/>
            </a:xfrm>
          </p:grpSpPr>
          <p:sp>
            <p:nvSpPr>
              <p:cNvPr id="296" name="Freeform 296"/>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E2EAC">
                  <a:alpha val="62745"/>
                </a:srgbClr>
              </a:solidFill>
            </p:spPr>
            <p:txBody>
              <a:bodyPr/>
              <a:lstStyle/>
              <a:p>
                <a:endParaRPr lang="es-CO"/>
              </a:p>
            </p:txBody>
          </p:sp>
          <p:sp>
            <p:nvSpPr>
              <p:cNvPr id="297" name="TextBox 297"/>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298" name="Group 298"/>
            <p:cNvGrpSpPr/>
            <p:nvPr/>
          </p:nvGrpSpPr>
          <p:grpSpPr>
            <a:xfrm>
              <a:off x="500811" y="0"/>
              <a:ext cx="168681" cy="170083"/>
              <a:chOff x="0" y="0"/>
              <a:chExt cx="842671" cy="849742"/>
            </a:xfrm>
          </p:grpSpPr>
          <p:sp>
            <p:nvSpPr>
              <p:cNvPr id="299" name="Freeform 299"/>
              <p:cNvSpPr/>
              <p:nvPr/>
            </p:nvSpPr>
            <p:spPr>
              <a:xfrm>
                <a:off x="0" y="0"/>
                <a:ext cx="842671" cy="849742"/>
              </a:xfrm>
              <a:custGeom>
                <a:avLst/>
                <a:gdLst/>
                <a:ahLst/>
                <a:cxnLst/>
                <a:rect l="l" t="t" r="r" b="b"/>
                <a:pathLst>
                  <a:path w="842671" h="849742">
                    <a:moveTo>
                      <a:pt x="842671" y="305979"/>
                    </a:moveTo>
                    <a:lnTo>
                      <a:pt x="842671" y="543763"/>
                    </a:lnTo>
                    <a:cubicBezTo>
                      <a:pt x="842671" y="624914"/>
                      <a:pt x="810434" y="702741"/>
                      <a:pt x="753052" y="760123"/>
                    </a:cubicBezTo>
                    <a:cubicBezTo>
                      <a:pt x="695670" y="817505"/>
                      <a:pt x="617843" y="849742"/>
                      <a:pt x="536692" y="849742"/>
                    </a:cubicBezTo>
                    <a:lnTo>
                      <a:pt x="305979" y="849742"/>
                    </a:lnTo>
                    <a:cubicBezTo>
                      <a:pt x="136991" y="849742"/>
                      <a:pt x="0" y="712750"/>
                      <a:pt x="0" y="543763"/>
                    </a:cubicBezTo>
                    <a:lnTo>
                      <a:pt x="0" y="305979"/>
                    </a:lnTo>
                    <a:cubicBezTo>
                      <a:pt x="0" y="136991"/>
                      <a:pt x="136991" y="0"/>
                      <a:pt x="305979" y="0"/>
                    </a:cubicBezTo>
                    <a:lnTo>
                      <a:pt x="536692" y="0"/>
                    </a:lnTo>
                    <a:cubicBezTo>
                      <a:pt x="705680" y="0"/>
                      <a:pt x="842671" y="136991"/>
                      <a:pt x="842671" y="305979"/>
                    </a:cubicBezTo>
                    <a:close/>
                  </a:path>
                </a:pathLst>
              </a:custGeom>
              <a:solidFill>
                <a:srgbClr val="06194C">
                  <a:alpha val="62745"/>
                </a:srgbClr>
              </a:solidFill>
            </p:spPr>
            <p:txBody>
              <a:bodyPr/>
              <a:lstStyle/>
              <a:p>
                <a:endParaRPr lang="es-CO"/>
              </a:p>
            </p:txBody>
          </p:sp>
          <p:sp>
            <p:nvSpPr>
              <p:cNvPr id="300" name="TextBox 300"/>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01" name="Group 301"/>
            <p:cNvGrpSpPr/>
            <p:nvPr/>
          </p:nvGrpSpPr>
          <p:grpSpPr>
            <a:xfrm>
              <a:off x="1141231" y="403157"/>
              <a:ext cx="68078" cy="68644"/>
              <a:chOff x="0" y="0"/>
              <a:chExt cx="842671" cy="849742"/>
            </a:xfrm>
          </p:grpSpPr>
          <p:sp>
            <p:nvSpPr>
              <p:cNvPr id="302" name="Freeform 302"/>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5628A1">
                  <a:alpha val="62745"/>
                </a:srgbClr>
              </a:solidFill>
            </p:spPr>
            <p:txBody>
              <a:bodyPr/>
              <a:lstStyle/>
              <a:p>
                <a:endParaRPr lang="es-CO"/>
              </a:p>
            </p:txBody>
          </p:sp>
          <p:sp>
            <p:nvSpPr>
              <p:cNvPr id="303" name="TextBox 303"/>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04" name="Group 304"/>
            <p:cNvGrpSpPr/>
            <p:nvPr/>
          </p:nvGrpSpPr>
          <p:grpSpPr>
            <a:xfrm>
              <a:off x="1154266" y="711068"/>
              <a:ext cx="46309" cy="46693"/>
              <a:chOff x="0" y="0"/>
              <a:chExt cx="842671" cy="849742"/>
            </a:xfrm>
          </p:grpSpPr>
          <p:sp>
            <p:nvSpPr>
              <p:cNvPr id="305" name="Freeform 305"/>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306" name="TextBox 306"/>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07" name="Group 307"/>
            <p:cNvGrpSpPr/>
            <p:nvPr/>
          </p:nvGrpSpPr>
          <p:grpSpPr>
            <a:xfrm>
              <a:off x="494100" y="614860"/>
              <a:ext cx="191770" cy="193364"/>
              <a:chOff x="0" y="0"/>
              <a:chExt cx="842671" cy="849742"/>
            </a:xfrm>
          </p:grpSpPr>
          <p:sp>
            <p:nvSpPr>
              <p:cNvPr id="308" name="Freeform 308"/>
              <p:cNvSpPr/>
              <p:nvPr/>
            </p:nvSpPr>
            <p:spPr>
              <a:xfrm>
                <a:off x="0" y="0"/>
                <a:ext cx="842671" cy="849742"/>
              </a:xfrm>
              <a:custGeom>
                <a:avLst/>
                <a:gdLst/>
                <a:ahLst/>
                <a:cxnLst/>
                <a:rect l="l" t="t" r="r" b="b"/>
                <a:pathLst>
                  <a:path w="842671" h="849742">
                    <a:moveTo>
                      <a:pt x="842671" y="269139"/>
                    </a:moveTo>
                    <a:lnTo>
                      <a:pt x="842671" y="580603"/>
                    </a:lnTo>
                    <a:cubicBezTo>
                      <a:pt x="842671" y="651983"/>
                      <a:pt x="814316" y="720440"/>
                      <a:pt x="763842" y="770913"/>
                    </a:cubicBezTo>
                    <a:cubicBezTo>
                      <a:pt x="713369" y="821386"/>
                      <a:pt x="644912" y="849742"/>
                      <a:pt x="573532" y="849742"/>
                    </a:cubicBezTo>
                    <a:lnTo>
                      <a:pt x="269139" y="849742"/>
                    </a:lnTo>
                    <a:cubicBezTo>
                      <a:pt x="120498" y="849742"/>
                      <a:pt x="0" y="729244"/>
                      <a:pt x="0" y="580603"/>
                    </a:cubicBezTo>
                    <a:lnTo>
                      <a:pt x="0" y="269139"/>
                    </a:lnTo>
                    <a:cubicBezTo>
                      <a:pt x="0" y="120498"/>
                      <a:pt x="120498" y="0"/>
                      <a:pt x="269139" y="0"/>
                    </a:cubicBezTo>
                    <a:lnTo>
                      <a:pt x="573532" y="0"/>
                    </a:lnTo>
                    <a:cubicBezTo>
                      <a:pt x="722174" y="0"/>
                      <a:pt x="842671" y="120498"/>
                      <a:pt x="842671" y="269139"/>
                    </a:cubicBezTo>
                    <a:close/>
                  </a:path>
                </a:pathLst>
              </a:custGeom>
              <a:solidFill>
                <a:srgbClr val="612C9E">
                  <a:alpha val="62745"/>
                </a:srgbClr>
              </a:solidFill>
            </p:spPr>
            <p:txBody>
              <a:bodyPr/>
              <a:lstStyle/>
              <a:p>
                <a:endParaRPr lang="es-CO"/>
              </a:p>
            </p:txBody>
          </p:sp>
          <p:sp>
            <p:nvSpPr>
              <p:cNvPr id="309" name="TextBox 309"/>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10" name="Group 310"/>
            <p:cNvGrpSpPr/>
            <p:nvPr/>
          </p:nvGrpSpPr>
          <p:grpSpPr>
            <a:xfrm>
              <a:off x="157800" y="677097"/>
              <a:ext cx="153713" cy="154991"/>
              <a:chOff x="0" y="0"/>
              <a:chExt cx="842671" cy="849742"/>
            </a:xfrm>
          </p:grpSpPr>
          <p:sp>
            <p:nvSpPr>
              <p:cNvPr id="311" name="Freeform 311"/>
              <p:cNvSpPr/>
              <p:nvPr/>
            </p:nvSpPr>
            <p:spPr>
              <a:xfrm>
                <a:off x="0" y="0"/>
                <a:ext cx="842671" cy="849742"/>
              </a:xfrm>
              <a:custGeom>
                <a:avLst/>
                <a:gdLst/>
                <a:ahLst/>
                <a:cxnLst/>
                <a:rect l="l" t="t" r="r" b="b"/>
                <a:pathLst>
                  <a:path w="842671" h="849742">
                    <a:moveTo>
                      <a:pt x="842671" y="335774"/>
                    </a:moveTo>
                    <a:lnTo>
                      <a:pt x="842671" y="513968"/>
                    </a:lnTo>
                    <a:cubicBezTo>
                      <a:pt x="842671" y="603021"/>
                      <a:pt x="807295" y="688426"/>
                      <a:pt x="744325" y="751396"/>
                    </a:cubicBezTo>
                    <a:cubicBezTo>
                      <a:pt x="681356" y="814366"/>
                      <a:pt x="595950" y="849742"/>
                      <a:pt x="506897" y="849742"/>
                    </a:cubicBezTo>
                    <a:lnTo>
                      <a:pt x="335774" y="849742"/>
                    </a:lnTo>
                    <a:cubicBezTo>
                      <a:pt x="246721" y="849742"/>
                      <a:pt x="161316" y="814366"/>
                      <a:pt x="98346" y="751396"/>
                    </a:cubicBezTo>
                    <a:cubicBezTo>
                      <a:pt x="35376" y="688426"/>
                      <a:pt x="0" y="603021"/>
                      <a:pt x="0" y="513968"/>
                    </a:cubicBezTo>
                    <a:lnTo>
                      <a:pt x="0" y="335774"/>
                    </a:lnTo>
                    <a:cubicBezTo>
                      <a:pt x="0" y="246721"/>
                      <a:pt x="35376" y="161316"/>
                      <a:pt x="98346" y="98346"/>
                    </a:cubicBezTo>
                    <a:cubicBezTo>
                      <a:pt x="161316" y="35376"/>
                      <a:pt x="246721" y="0"/>
                      <a:pt x="335774" y="0"/>
                    </a:cubicBezTo>
                    <a:lnTo>
                      <a:pt x="506897" y="0"/>
                    </a:lnTo>
                    <a:cubicBezTo>
                      <a:pt x="595950" y="0"/>
                      <a:pt x="681356" y="35376"/>
                      <a:pt x="744325" y="98346"/>
                    </a:cubicBezTo>
                    <a:cubicBezTo>
                      <a:pt x="807295" y="161316"/>
                      <a:pt x="842671" y="246721"/>
                      <a:pt x="842671" y="335774"/>
                    </a:cubicBezTo>
                    <a:close/>
                  </a:path>
                </a:pathLst>
              </a:custGeom>
              <a:solidFill>
                <a:srgbClr val="612C9E">
                  <a:alpha val="62745"/>
                </a:srgbClr>
              </a:solidFill>
            </p:spPr>
            <p:txBody>
              <a:bodyPr/>
              <a:lstStyle/>
              <a:p>
                <a:endParaRPr lang="es-CO"/>
              </a:p>
            </p:txBody>
          </p:sp>
          <p:sp>
            <p:nvSpPr>
              <p:cNvPr id="312" name="TextBox 312"/>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13" name="Group 313"/>
            <p:cNvGrpSpPr/>
            <p:nvPr/>
          </p:nvGrpSpPr>
          <p:grpSpPr>
            <a:xfrm>
              <a:off x="1104463" y="968630"/>
              <a:ext cx="153713" cy="154991"/>
              <a:chOff x="0" y="0"/>
              <a:chExt cx="842671" cy="849742"/>
            </a:xfrm>
          </p:grpSpPr>
          <p:sp>
            <p:nvSpPr>
              <p:cNvPr id="314" name="Freeform 314"/>
              <p:cNvSpPr/>
              <p:nvPr/>
            </p:nvSpPr>
            <p:spPr>
              <a:xfrm>
                <a:off x="0" y="0"/>
                <a:ext cx="842671" cy="849742"/>
              </a:xfrm>
              <a:custGeom>
                <a:avLst/>
                <a:gdLst/>
                <a:ahLst/>
                <a:cxnLst/>
                <a:rect l="l" t="t" r="r" b="b"/>
                <a:pathLst>
                  <a:path w="842671" h="849742">
                    <a:moveTo>
                      <a:pt x="842671" y="335774"/>
                    </a:moveTo>
                    <a:lnTo>
                      <a:pt x="842671" y="513968"/>
                    </a:lnTo>
                    <a:cubicBezTo>
                      <a:pt x="842671" y="603021"/>
                      <a:pt x="807295" y="688426"/>
                      <a:pt x="744325" y="751396"/>
                    </a:cubicBezTo>
                    <a:cubicBezTo>
                      <a:pt x="681356" y="814366"/>
                      <a:pt x="595950" y="849742"/>
                      <a:pt x="506897" y="849742"/>
                    </a:cubicBezTo>
                    <a:lnTo>
                      <a:pt x="335774" y="849742"/>
                    </a:lnTo>
                    <a:cubicBezTo>
                      <a:pt x="246721" y="849742"/>
                      <a:pt x="161316" y="814366"/>
                      <a:pt x="98346" y="751396"/>
                    </a:cubicBezTo>
                    <a:cubicBezTo>
                      <a:pt x="35376" y="688426"/>
                      <a:pt x="0" y="603021"/>
                      <a:pt x="0" y="513968"/>
                    </a:cubicBezTo>
                    <a:lnTo>
                      <a:pt x="0" y="335774"/>
                    </a:lnTo>
                    <a:cubicBezTo>
                      <a:pt x="0" y="246721"/>
                      <a:pt x="35376" y="161316"/>
                      <a:pt x="98346" y="98346"/>
                    </a:cubicBezTo>
                    <a:cubicBezTo>
                      <a:pt x="161316" y="35376"/>
                      <a:pt x="246721" y="0"/>
                      <a:pt x="335774" y="0"/>
                    </a:cubicBezTo>
                    <a:lnTo>
                      <a:pt x="506897" y="0"/>
                    </a:lnTo>
                    <a:cubicBezTo>
                      <a:pt x="595950" y="0"/>
                      <a:pt x="681356" y="35376"/>
                      <a:pt x="744325" y="98346"/>
                    </a:cubicBezTo>
                    <a:cubicBezTo>
                      <a:pt x="807295" y="161316"/>
                      <a:pt x="842671" y="246721"/>
                      <a:pt x="842671" y="335774"/>
                    </a:cubicBezTo>
                    <a:close/>
                  </a:path>
                </a:pathLst>
              </a:custGeom>
              <a:solidFill>
                <a:srgbClr val="06194C">
                  <a:alpha val="62745"/>
                </a:srgbClr>
              </a:solidFill>
            </p:spPr>
            <p:txBody>
              <a:bodyPr/>
              <a:lstStyle/>
              <a:p>
                <a:endParaRPr lang="es-CO"/>
              </a:p>
            </p:txBody>
          </p:sp>
          <p:sp>
            <p:nvSpPr>
              <p:cNvPr id="315" name="TextBox 315"/>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16" name="Group 316"/>
            <p:cNvGrpSpPr/>
            <p:nvPr/>
          </p:nvGrpSpPr>
          <p:grpSpPr>
            <a:xfrm>
              <a:off x="283180" y="2369136"/>
              <a:ext cx="153713" cy="154991"/>
              <a:chOff x="0" y="0"/>
              <a:chExt cx="842671" cy="849742"/>
            </a:xfrm>
          </p:grpSpPr>
          <p:sp>
            <p:nvSpPr>
              <p:cNvPr id="317" name="Freeform 317"/>
              <p:cNvSpPr/>
              <p:nvPr/>
            </p:nvSpPr>
            <p:spPr>
              <a:xfrm>
                <a:off x="0" y="0"/>
                <a:ext cx="842671" cy="849742"/>
              </a:xfrm>
              <a:custGeom>
                <a:avLst/>
                <a:gdLst/>
                <a:ahLst/>
                <a:cxnLst/>
                <a:rect l="l" t="t" r="r" b="b"/>
                <a:pathLst>
                  <a:path w="842671" h="849742">
                    <a:moveTo>
                      <a:pt x="842671" y="335774"/>
                    </a:moveTo>
                    <a:lnTo>
                      <a:pt x="842671" y="513968"/>
                    </a:lnTo>
                    <a:cubicBezTo>
                      <a:pt x="842671" y="603021"/>
                      <a:pt x="807295" y="688426"/>
                      <a:pt x="744325" y="751396"/>
                    </a:cubicBezTo>
                    <a:cubicBezTo>
                      <a:pt x="681356" y="814366"/>
                      <a:pt x="595950" y="849742"/>
                      <a:pt x="506897" y="849742"/>
                    </a:cubicBezTo>
                    <a:lnTo>
                      <a:pt x="335774" y="849742"/>
                    </a:lnTo>
                    <a:cubicBezTo>
                      <a:pt x="246721" y="849742"/>
                      <a:pt x="161316" y="814366"/>
                      <a:pt x="98346" y="751396"/>
                    </a:cubicBezTo>
                    <a:cubicBezTo>
                      <a:pt x="35376" y="688426"/>
                      <a:pt x="0" y="603021"/>
                      <a:pt x="0" y="513968"/>
                    </a:cubicBezTo>
                    <a:lnTo>
                      <a:pt x="0" y="335774"/>
                    </a:lnTo>
                    <a:cubicBezTo>
                      <a:pt x="0" y="246721"/>
                      <a:pt x="35376" y="161316"/>
                      <a:pt x="98346" y="98346"/>
                    </a:cubicBezTo>
                    <a:cubicBezTo>
                      <a:pt x="161316" y="35376"/>
                      <a:pt x="246721" y="0"/>
                      <a:pt x="335774" y="0"/>
                    </a:cubicBezTo>
                    <a:lnTo>
                      <a:pt x="506897" y="0"/>
                    </a:lnTo>
                    <a:cubicBezTo>
                      <a:pt x="595950" y="0"/>
                      <a:pt x="681356" y="35376"/>
                      <a:pt x="744325" y="98346"/>
                    </a:cubicBezTo>
                    <a:cubicBezTo>
                      <a:pt x="807295" y="161316"/>
                      <a:pt x="842671" y="246721"/>
                      <a:pt x="842671" y="335774"/>
                    </a:cubicBezTo>
                    <a:close/>
                  </a:path>
                </a:pathLst>
              </a:custGeom>
              <a:solidFill>
                <a:srgbClr val="06194C">
                  <a:alpha val="62745"/>
                </a:srgbClr>
              </a:solidFill>
            </p:spPr>
            <p:txBody>
              <a:bodyPr/>
              <a:lstStyle/>
              <a:p>
                <a:endParaRPr lang="es-CO"/>
              </a:p>
            </p:txBody>
          </p:sp>
          <p:sp>
            <p:nvSpPr>
              <p:cNvPr id="318" name="TextBox 318"/>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19" name="Group 319"/>
            <p:cNvGrpSpPr/>
            <p:nvPr/>
          </p:nvGrpSpPr>
          <p:grpSpPr>
            <a:xfrm>
              <a:off x="490647" y="2578877"/>
              <a:ext cx="81670" cy="82349"/>
              <a:chOff x="0" y="0"/>
              <a:chExt cx="842671" cy="849742"/>
            </a:xfrm>
          </p:grpSpPr>
          <p:sp>
            <p:nvSpPr>
              <p:cNvPr id="320" name="Freeform 320"/>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E2EAC">
                  <a:alpha val="62745"/>
                </a:srgbClr>
              </a:solidFill>
            </p:spPr>
            <p:txBody>
              <a:bodyPr/>
              <a:lstStyle/>
              <a:p>
                <a:endParaRPr lang="es-CO"/>
              </a:p>
            </p:txBody>
          </p:sp>
          <p:sp>
            <p:nvSpPr>
              <p:cNvPr id="321" name="TextBox 321"/>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22" name="Group 322"/>
            <p:cNvGrpSpPr/>
            <p:nvPr/>
          </p:nvGrpSpPr>
          <p:grpSpPr>
            <a:xfrm>
              <a:off x="844595" y="1352973"/>
              <a:ext cx="153713" cy="154991"/>
              <a:chOff x="0" y="0"/>
              <a:chExt cx="842671" cy="849742"/>
            </a:xfrm>
          </p:grpSpPr>
          <p:sp>
            <p:nvSpPr>
              <p:cNvPr id="323" name="Freeform 323"/>
              <p:cNvSpPr/>
              <p:nvPr/>
            </p:nvSpPr>
            <p:spPr>
              <a:xfrm>
                <a:off x="0" y="0"/>
                <a:ext cx="842671" cy="849742"/>
              </a:xfrm>
              <a:custGeom>
                <a:avLst/>
                <a:gdLst/>
                <a:ahLst/>
                <a:cxnLst/>
                <a:rect l="l" t="t" r="r" b="b"/>
                <a:pathLst>
                  <a:path w="842671" h="849742">
                    <a:moveTo>
                      <a:pt x="842671" y="335774"/>
                    </a:moveTo>
                    <a:lnTo>
                      <a:pt x="842671" y="513968"/>
                    </a:lnTo>
                    <a:cubicBezTo>
                      <a:pt x="842671" y="603021"/>
                      <a:pt x="807295" y="688426"/>
                      <a:pt x="744325" y="751396"/>
                    </a:cubicBezTo>
                    <a:cubicBezTo>
                      <a:pt x="681356" y="814366"/>
                      <a:pt x="595950" y="849742"/>
                      <a:pt x="506897" y="849742"/>
                    </a:cubicBezTo>
                    <a:lnTo>
                      <a:pt x="335774" y="849742"/>
                    </a:lnTo>
                    <a:cubicBezTo>
                      <a:pt x="246721" y="849742"/>
                      <a:pt x="161316" y="814366"/>
                      <a:pt x="98346" y="751396"/>
                    </a:cubicBezTo>
                    <a:cubicBezTo>
                      <a:pt x="35376" y="688426"/>
                      <a:pt x="0" y="603021"/>
                      <a:pt x="0" y="513968"/>
                    </a:cubicBezTo>
                    <a:lnTo>
                      <a:pt x="0" y="335774"/>
                    </a:lnTo>
                    <a:cubicBezTo>
                      <a:pt x="0" y="246721"/>
                      <a:pt x="35376" y="161316"/>
                      <a:pt x="98346" y="98346"/>
                    </a:cubicBezTo>
                    <a:cubicBezTo>
                      <a:pt x="161316" y="35376"/>
                      <a:pt x="246721" y="0"/>
                      <a:pt x="335774" y="0"/>
                    </a:cubicBezTo>
                    <a:lnTo>
                      <a:pt x="506897" y="0"/>
                    </a:lnTo>
                    <a:cubicBezTo>
                      <a:pt x="595950" y="0"/>
                      <a:pt x="681356" y="35376"/>
                      <a:pt x="744325" y="98346"/>
                    </a:cubicBezTo>
                    <a:cubicBezTo>
                      <a:pt x="807295" y="161316"/>
                      <a:pt x="842671" y="246721"/>
                      <a:pt x="842671" y="335774"/>
                    </a:cubicBezTo>
                    <a:close/>
                  </a:path>
                </a:pathLst>
              </a:custGeom>
              <a:solidFill>
                <a:srgbClr val="612C9E">
                  <a:alpha val="62745"/>
                </a:srgbClr>
              </a:solidFill>
            </p:spPr>
            <p:txBody>
              <a:bodyPr/>
              <a:lstStyle/>
              <a:p>
                <a:endParaRPr lang="es-CO"/>
              </a:p>
            </p:txBody>
          </p:sp>
          <p:sp>
            <p:nvSpPr>
              <p:cNvPr id="324" name="TextBox 324"/>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nvGrpSpPr>
            <p:cNvPr id="325" name="Group 325"/>
            <p:cNvGrpSpPr/>
            <p:nvPr/>
          </p:nvGrpSpPr>
          <p:grpSpPr>
            <a:xfrm>
              <a:off x="837688" y="1158740"/>
              <a:ext cx="68078" cy="68644"/>
              <a:chOff x="0" y="0"/>
              <a:chExt cx="842671" cy="849742"/>
            </a:xfrm>
          </p:grpSpPr>
          <p:sp>
            <p:nvSpPr>
              <p:cNvPr id="326" name="Freeform 326"/>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alpha val="62745"/>
                </a:srgbClr>
              </a:solidFill>
            </p:spPr>
            <p:txBody>
              <a:bodyPr/>
              <a:lstStyle/>
              <a:p>
                <a:endParaRPr lang="es-CO"/>
              </a:p>
            </p:txBody>
          </p:sp>
          <p:sp>
            <p:nvSpPr>
              <p:cNvPr id="327" name="TextBox 327"/>
              <p:cNvSpPr txBox="1"/>
              <p:nvPr/>
            </p:nvSpPr>
            <p:spPr>
              <a:xfrm>
                <a:off x="0" y="-57150"/>
                <a:ext cx="842671" cy="906892"/>
              </a:xfrm>
              <a:prstGeom prst="rect">
                <a:avLst/>
              </a:prstGeom>
            </p:spPr>
            <p:txBody>
              <a:bodyPr lIns="18289" tIns="18289" rIns="18289" bIns="18289" rtlCol="0" anchor="ctr"/>
              <a:lstStyle/>
              <a:p>
                <a:pPr algn="ctr">
                  <a:lnSpc>
                    <a:spcPts val="3640"/>
                  </a:lnSpc>
                  <a:spcBef>
                    <a:spcPct val="0"/>
                  </a:spcBef>
                </a:pPr>
                <a:endParaRPr/>
              </a:p>
            </p:txBody>
          </p:sp>
        </p:grpSp>
      </p:grpSp>
      <p:sp>
        <p:nvSpPr>
          <p:cNvPr id="328" name="TextBox 328"/>
          <p:cNvSpPr txBox="1"/>
          <p:nvPr/>
        </p:nvSpPr>
        <p:spPr>
          <a:xfrm>
            <a:off x="9441039" y="3954840"/>
            <a:ext cx="6583564" cy="4248785"/>
          </a:xfrm>
          <a:prstGeom prst="rect">
            <a:avLst/>
          </a:prstGeom>
        </p:spPr>
        <p:txBody>
          <a:bodyPr lIns="0" tIns="0" rIns="0" bIns="0" rtlCol="0" anchor="t">
            <a:spAutoFit/>
          </a:bodyPr>
          <a:lstStyle/>
          <a:p>
            <a:pPr marL="0" lvl="0" indent="0" algn="ctr">
              <a:lnSpc>
                <a:spcPts val="3640"/>
              </a:lnSpc>
              <a:spcBef>
                <a:spcPct val="0"/>
              </a:spcBef>
            </a:pPr>
            <a:r>
              <a:rPr lang="en-US" sz="2600">
                <a:solidFill>
                  <a:srgbClr val="051B4C"/>
                </a:solidFill>
                <a:latin typeface="Prachason Neue"/>
                <a:ea typeface="Prachason Neue"/>
                <a:cs typeface="Prachason Neue"/>
                <a:sym typeface="Prachason Neue"/>
              </a:rPr>
              <a:t>Agregar algo de texto</a:t>
            </a:r>
            <a:r>
              <a:rPr lang="en-US" sz="2600"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sp>
        <p:nvSpPr>
          <p:cNvPr id="329" name="TextBox 329"/>
          <p:cNvSpPr txBox="1"/>
          <p:nvPr/>
        </p:nvSpPr>
        <p:spPr>
          <a:xfrm>
            <a:off x="10944291" y="2297020"/>
            <a:ext cx="4670843" cy="1543050"/>
          </a:xfrm>
          <a:prstGeom prst="rect">
            <a:avLst/>
          </a:prstGeom>
        </p:spPr>
        <p:txBody>
          <a:bodyPr wrap="square" lIns="0" tIns="0" rIns="0" bIns="0" rtlCol="0" anchor="t">
            <a:spAutoFit/>
          </a:bodyPr>
          <a:lstStyle/>
          <a:p>
            <a:pPr algn="ctr">
              <a:lnSpc>
                <a:spcPts val="12599"/>
              </a:lnSpc>
            </a:pPr>
            <a:r>
              <a:rPr lang="en-US" sz="9000" dirty="0" err="1">
                <a:solidFill>
                  <a:srgbClr val="051B4C"/>
                </a:solidFill>
                <a:latin typeface="Intro"/>
                <a:ea typeface="Intro"/>
                <a:cs typeface="Intro"/>
                <a:sym typeface="Intro"/>
              </a:rPr>
              <a:t>Título</a:t>
            </a:r>
            <a:endParaRPr lang="en-US" sz="9000" dirty="0">
              <a:solidFill>
                <a:srgbClr val="051B4C"/>
              </a:solidFill>
              <a:latin typeface="Intro"/>
              <a:ea typeface="Intro"/>
              <a:cs typeface="Intro"/>
              <a:sym typeface="Intro"/>
            </a:endParaRPr>
          </a:p>
        </p:txBody>
      </p:sp>
      <p:grpSp>
        <p:nvGrpSpPr>
          <p:cNvPr id="330" name="Group 330"/>
          <p:cNvGrpSpPr/>
          <p:nvPr/>
        </p:nvGrpSpPr>
        <p:grpSpPr>
          <a:xfrm>
            <a:off x="1028700" y="0"/>
            <a:ext cx="6019800" cy="10390099"/>
            <a:chOff x="0" y="0"/>
            <a:chExt cx="10081088" cy="17399832"/>
          </a:xfrm>
        </p:grpSpPr>
        <p:sp>
          <p:nvSpPr>
            <p:cNvPr id="331" name="Freeform 331"/>
            <p:cNvSpPr/>
            <p:nvPr/>
          </p:nvSpPr>
          <p:spPr>
            <a:xfrm>
              <a:off x="0" y="0"/>
              <a:ext cx="10081089" cy="17399833"/>
            </a:xfrm>
            <a:custGeom>
              <a:avLst/>
              <a:gdLst/>
              <a:ahLst/>
              <a:cxnLst/>
              <a:rect l="l" t="t" r="r" b="b"/>
              <a:pathLst>
                <a:path w="10081089" h="17399833">
                  <a:moveTo>
                    <a:pt x="2244561" y="15279557"/>
                  </a:moveTo>
                  <a:lnTo>
                    <a:pt x="1784191" y="15279557"/>
                  </a:lnTo>
                  <a:lnTo>
                    <a:pt x="1784191" y="0"/>
                  </a:lnTo>
                  <a:lnTo>
                    <a:pt x="2246607" y="0"/>
                  </a:lnTo>
                  <a:lnTo>
                    <a:pt x="2244561" y="15279557"/>
                  </a:lnTo>
                  <a:close/>
                  <a:moveTo>
                    <a:pt x="1683932" y="15279557"/>
                  </a:moveTo>
                  <a:lnTo>
                    <a:pt x="1489554" y="15279557"/>
                  </a:lnTo>
                  <a:lnTo>
                    <a:pt x="1489554" y="0"/>
                  </a:lnTo>
                  <a:lnTo>
                    <a:pt x="1683932" y="0"/>
                  </a:lnTo>
                  <a:lnTo>
                    <a:pt x="1683932" y="15279557"/>
                  </a:lnTo>
                  <a:close/>
                  <a:moveTo>
                    <a:pt x="2884988" y="0"/>
                  </a:moveTo>
                  <a:lnTo>
                    <a:pt x="2553521" y="0"/>
                  </a:lnTo>
                  <a:lnTo>
                    <a:pt x="2553521" y="15863074"/>
                  </a:lnTo>
                  <a:lnTo>
                    <a:pt x="2884988" y="15863074"/>
                  </a:lnTo>
                  <a:lnTo>
                    <a:pt x="2884988" y="0"/>
                  </a:lnTo>
                  <a:close/>
                  <a:moveTo>
                    <a:pt x="3376049" y="0"/>
                  </a:moveTo>
                  <a:lnTo>
                    <a:pt x="3067090" y="0"/>
                  </a:lnTo>
                  <a:lnTo>
                    <a:pt x="3067090" y="15842952"/>
                  </a:lnTo>
                  <a:lnTo>
                    <a:pt x="3376049" y="15842952"/>
                  </a:lnTo>
                  <a:lnTo>
                    <a:pt x="3376049" y="0"/>
                  </a:lnTo>
                  <a:close/>
                  <a:moveTo>
                    <a:pt x="7187917" y="14389193"/>
                  </a:moveTo>
                  <a:lnTo>
                    <a:pt x="7650333" y="14389193"/>
                  </a:lnTo>
                  <a:lnTo>
                    <a:pt x="7650333" y="0"/>
                  </a:lnTo>
                  <a:lnTo>
                    <a:pt x="7187917" y="0"/>
                  </a:lnTo>
                  <a:lnTo>
                    <a:pt x="7187917" y="14389193"/>
                  </a:lnTo>
                  <a:close/>
                  <a:moveTo>
                    <a:pt x="7758776" y="14457102"/>
                  </a:moveTo>
                  <a:lnTo>
                    <a:pt x="8221193" y="14457102"/>
                  </a:lnTo>
                  <a:lnTo>
                    <a:pt x="8221193" y="0"/>
                  </a:lnTo>
                  <a:lnTo>
                    <a:pt x="7758776" y="0"/>
                  </a:lnTo>
                  <a:lnTo>
                    <a:pt x="7758776" y="14457102"/>
                  </a:lnTo>
                  <a:close/>
                  <a:moveTo>
                    <a:pt x="6547490" y="14995345"/>
                  </a:moveTo>
                  <a:lnTo>
                    <a:pt x="7120396" y="14995345"/>
                  </a:lnTo>
                  <a:lnTo>
                    <a:pt x="7120396" y="0"/>
                  </a:lnTo>
                  <a:lnTo>
                    <a:pt x="6547490" y="0"/>
                  </a:lnTo>
                  <a:lnTo>
                    <a:pt x="6547490" y="14995345"/>
                  </a:lnTo>
                  <a:close/>
                  <a:moveTo>
                    <a:pt x="6058474" y="15863074"/>
                  </a:moveTo>
                  <a:lnTo>
                    <a:pt x="6367434" y="15863074"/>
                  </a:lnTo>
                  <a:lnTo>
                    <a:pt x="6367434" y="0"/>
                  </a:lnTo>
                  <a:lnTo>
                    <a:pt x="6058474" y="0"/>
                  </a:lnTo>
                  <a:lnTo>
                    <a:pt x="6058474" y="15863074"/>
                  </a:lnTo>
                  <a:close/>
                  <a:moveTo>
                    <a:pt x="3822097" y="0"/>
                  </a:moveTo>
                  <a:lnTo>
                    <a:pt x="3513138" y="0"/>
                  </a:lnTo>
                  <a:lnTo>
                    <a:pt x="3513138" y="16579892"/>
                  </a:lnTo>
                  <a:lnTo>
                    <a:pt x="3822097" y="16579892"/>
                  </a:lnTo>
                  <a:lnTo>
                    <a:pt x="3822097" y="0"/>
                  </a:lnTo>
                  <a:close/>
                  <a:moveTo>
                    <a:pt x="5898879" y="0"/>
                  </a:moveTo>
                  <a:lnTo>
                    <a:pt x="3903941" y="0"/>
                  </a:lnTo>
                  <a:lnTo>
                    <a:pt x="3903941" y="17399833"/>
                  </a:lnTo>
                  <a:lnTo>
                    <a:pt x="5898879" y="17399833"/>
                  </a:lnTo>
                  <a:lnTo>
                    <a:pt x="5898879" y="0"/>
                  </a:lnTo>
                  <a:close/>
                  <a:moveTo>
                    <a:pt x="8571074" y="0"/>
                  </a:moveTo>
                  <a:lnTo>
                    <a:pt x="8376696" y="0"/>
                  </a:lnTo>
                  <a:lnTo>
                    <a:pt x="8376696" y="13755376"/>
                  </a:lnTo>
                  <a:lnTo>
                    <a:pt x="8571074" y="13755376"/>
                  </a:lnTo>
                  <a:lnTo>
                    <a:pt x="8571074" y="0"/>
                  </a:lnTo>
                  <a:close/>
                  <a:moveTo>
                    <a:pt x="8677470" y="13237252"/>
                  </a:moveTo>
                  <a:lnTo>
                    <a:pt x="8925047" y="13237252"/>
                  </a:lnTo>
                  <a:lnTo>
                    <a:pt x="8925047" y="0"/>
                  </a:lnTo>
                  <a:lnTo>
                    <a:pt x="8677470" y="0"/>
                  </a:lnTo>
                  <a:lnTo>
                    <a:pt x="8677470" y="13237252"/>
                  </a:lnTo>
                  <a:close/>
                  <a:moveTo>
                    <a:pt x="9066228" y="13496313"/>
                  </a:moveTo>
                  <a:lnTo>
                    <a:pt x="9367003" y="13496313"/>
                  </a:lnTo>
                  <a:lnTo>
                    <a:pt x="9367003" y="0"/>
                  </a:lnTo>
                  <a:lnTo>
                    <a:pt x="9066228" y="0"/>
                  </a:lnTo>
                  <a:lnTo>
                    <a:pt x="9066228" y="13496313"/>
                  </a:lnTo>
                  <a:close/>
                  <a:moveTo>
                    <a:pt x="828667" y="0"/>
                  </a:moveTo>
                  <a:lnTo>
                    <a:pt x="476739" y="0"/>
                  </a:lnTo>
                  <a:lnTo>
                    <a:pt x="476739" y="13106465"/>
                  </a:lnTo>
                  <a:lnTo>
                    <a:pt x="828667" y="13106465"/>
                  </a:lnTo>
                  <a:lnTo>
                    <a:pt x="828667" y="0"/>
                  </a:lnTo>
                  <a:close/>
                  <a:moveTo>
                    <a:pt x="1340189" y="0"/>
                  </a:moveTo>
                  <a:lnTo>
                    <a:pt x="1004630" y="0"/>
                  </a:lnTo>
                  <a:lnTo>
                    <a:pt x="1004630" y="14341405"/>
                  </a:lnTo>
                  <a:lnTo>
                    <a:pt x="1340189" y="14341405"/>
                  </a:lnTo>
                  <a:lnTo>
                    <a:pt x="1340189" y="0"/>
                  </a:lnTo>
                  <a:close/>
                  <a:moveTo>
                    <a:pt x="210747" y="0"/>
                  </a:moveTo>
                  <a:lnTo>
                    <a:pt x="0" y="0"/>
                  </a:lnTo>
                  <a:lnTo>
                    <a:pt x="0" y="11891645"/>
                  </a:lnTo>
                  <a:lnTo>
                    <a:pt x="210747" y="11891645"/>
                  </a:lnTo>
                  <a:lnTo>
                    <a:pt x="210747" y="0"/>
                  </a:lnTo>
                  <a:close/>
                  <a:moveTo>
                    <a:pt x="9745529" y="0"/>
                  </a:moveTo>
                  <a:lnTo>
                    <a:pt x="9522506" y="0"/>
                  </a:lnTo>
                  <a:lnTo>
                    <a:pt x="9522506" y="13184436"/>
                  </a:lnTo>
                  <a:lnTo>
                    <a:pt x="9745529" y="13184436"/>
                  </a:lnTo>
                  <a:lnTo>
                    <a:pt x="9745529" y="0"/>
                  </a:lnTo>
                  <a:close/>
                  <a:moveTo>
                    <a:pt x="10081089" y="0"/>
                  </a:moveTo>
                  <a:lnTo>
                    <a:pt x="9931724" y="0"/>
                  </a:lnTo>
                  <a:lnTo>
                    <a:pt x="9931724" y="11378554"/>
                  </a:lnTo>
                  <a:lnTo>
                    <a:pt x="10081089" y="11378554"/>
                  </a:lnTo>
                  <a:lnTo>
                    <a:pt x="10081089" y="0"/>
                  </a:lnTo>
                  <a:close/>
                </a:path>
              </a:pathLst>
            </a:custGeom>
            <a:blipFill>
              <a:blip r:embed="rId3"/>
              <a:stretch>
                <a:fillRect l="-93832" r="-93832"/>
              </a:stretch>
            </a:blipFill>
          </p:spPr>
          <p:txBody>
            <a:bodyPr/>
            <a:lstStyle/>
            <a:p>
              <a:endParaRPr lang="es-CO"/>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1B4C"/>
        </a:solidFill>
        <a:effectLst/>
      </p:bgPr>
    </p:bg>
    <p:spTree>
      <p:nvGrpSpPr>
        <p:cNvPr id="1" name=""/>
        <p:cNvGrpSpPr/>
        <p:nvPr/>
      </p:nvGrpSpPr>
      <p:grpSpPr>
        <a:xfrm>
          <a:off x="0" y="0"/>
          <a:ext cx="0" cy="0"/>
          <a:chOff x="0" y="0"/>
          <a:chExt cx="0" cy="0"/>
        </a:xfrm>
      </p:grpSpPr>
      <p:sp>
        <p:nvSpPr>
          <p:cNvPr id="2" name="Freeform 2"/>
          <p:cNvSpPr/>
          <p:nvPr/>
        </p:nvSpPr>
        <p:spPr>
          <a:xfrm rot="-10800000">
            <a:off x="0" y="15769"/>
            <a:ext cx="18288000" cy="10271231"/>
          </a:xfrm>
          <a:custGeom>
            <a:avLst/>
            <a:gdLst/>
            <a:ahLst/>
            <a:cxnLst/>
            <a:rect l="l" t="t" r="r" b="b"/>
            <a:pathLst>
              <a:path w="18288000" h="10271231">
                <a:moveTo>
                  <a:pt x="0" y="0"/>
                </a:moveTo>
                <a:lnTo>
                  <a:pt x="18288000" y="0"/>
                </a:lnTo>
                <a:lnTo>
                  <a:pt x="18288000" y="10271231"/>
                </a:lnTo>
                <a:lnTo>
                  <a:pt x="0" y="10271231"/>
                </a:lnTo>
                <a:lnTo>
                  <a:pt x="0" y="0"/>
                </a:lnTo>
                <a:close/>
              </a:path>
            </a:pathLst>
          </a:custGeom>
          <a:blipFill>
            <a:blip r:embed="rId2">
              <a:alphaModFix amt="30000"/>
            </a:blip>
            <a:stretch>
              <a:fillRect l="-52233" t="-87264" r="-34744"/>
            </a:stretch>
          </a:blipFill>
        </p:spPr>
        <p:txBody>
          <a:bodyPr/>
          <a:lstStyle/>
          <a:p>
            <a:endParaRPr lang="es-CO"/>
          </a:p>
        </p:txBody>
      </p:sp>
      <p:sp>
        <p:nvSpPr>
          <p:cNvPr id="3" name="TextBox 3"/>
          <p:cNvSpPr txBox="1"/>
          <p:nvPr/>
        </p:nvSpPr>
        <p:spPr>
          <a:xfrm>
            <a:off x="10869320" y="3938211"/>
            <a:ext cx="6692864" cy="4248785"/>
          </a:xfrm>
          <a:prstGeom prst="rect">
            <a:avLst/>
          </a:prstGeom>
        </p:spPr>
        <p:txBody>
          <a:bodyPr lIns="0" tIns="0" rIns="0" bIns="0" rtlCol="0" anchor="t">
            <a:spAutoFit/>
          </a:bodyPr>
          <a:lstStyle/>
          <a:p>
            <a:pPr marL="0" lvl="0" indent="0" algn="ctr">
              <a:lnSpc>
                <a:spcPts val="3640"/>
              </a:lnSpc>
              <a:spcBef>
                <a:spcPct val="0"/>
              </a:spcBef>
            </a:pPr>
            <a:r>
              <a:rPr lang="en-US" sz="2600">
                <a:solidFill>
                  <a:srgbClr val="FFFFFF"/>
                </a:solidFill>
                <a:latin typeface="Prachason Neue"/>
                <a:ea typeface="Prachason Neue"/>
                <a:cs typeface="Prachason Neue"/>
                <a:sym typeface="Prachason Neue"/>
              </a:rPr>
              <a:t>Agregar algo de texto</a:t>
            </a:r>
            <a:r>
              <a:rPr lang="en-US" sz="2600" u="none" strike="noStrike">
                <a:solidFill>
                  <a:srgbClr val="FFFFFF"/>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sp>
        <p:nvSpPr>
          <p:cNvPr id="4" name="TextBox 4"/>
          <p:cNvSpPr txBox="1"/>
          <p:nvPr/>
        </p:nvSpPr>
        <p:spPr>
          <a:xfrm>
            <a:off x="12134912" y="2435880"/>
            <a:ext cx="4476688" cy="1543050"/>
          </a:xfrm>
          <a:prstGeom prst="rect">
            <a:avLst/>
          </a:prstGeom>
        </p:spPr>
        <p:txBody>
          <a:bodyPr wrap="square" lIns="0" tIns="0" rIns="0" bIns="0" rtlCol="0" anchor="t">
            <a:spAutoFit/>
          </a:bodyPr>
          <a:lstStyle/>
          <a:p>
            <a:pPr algn="ctr">
              <a:lnSpc>
                <a:spcPts val="12599"/>
              </a:lnSpc>
            </a:pPr>
            <a:r>
              <a:rPr lang="en-US" sz="9000" dirty="0" err="1">
                <a:solidFill>
                  <a:srgbClr val="FFFFFF"/>
                </a:solidFill>
                <a:latin typeface="Intro"/>
                <a:ea typeface="Intro"/>
                <a:cs typeface="Intro"/>
                <a:sym typeface="Intro"/>
              </a:rPr>
              <a:t>Título</a:t>
            </a:r>
            <a:endParaRPr lang="en-US" sz="9000" dirty="0">
              <a:solidFill>
                <a:srgbClr val="FFFFFF"/>
              </a:solidFill>
              <a:latin typeface="Intro"/>
              <a:ea typeface="Intro"/>
              <a:cs typeface="Intro"/>
              <a:sym typeface="Intro"/>
            </a:endParaRPr>
          </a:p>
        </p:txBody>
      </p:sp>
      <p:grpSp>
        <p:nvGrpSpPr>
          <p:cNvPr id="5" name="Group 5"/>
          <p:cNvGrpSpPr/>
          <p:nvPr/>
        </p:nvGrpSpPr>
        <p:grpSpPr>
          <a:xfrm rot="-5400000">
            <a:off x="-571500" y="571500"/>
            <a:ext cx="10287000" cy="9144000"/>
            <a:chOff x="0" y="0"/>
            <a:chExt cx="17227176" cy="15313046"/>
          </a:xfrm>
        </p:grpSpPr>
        <p:sp>
          <p:nvSpPr>
            <p:cNvPr id="6" name="Freeform 6"/>
            <p:cNvSpPr/>
            <p:nvPr/>
          </p:nvSpPr>
          <p:spPr>
            <a:xfrm rot="5400000">
              <a:off x="957066" y="-957066"/>
              <a:ext cx="15313045" cy="17227176"/>
            </a:xfrm>
            <a:custGeom>
              <a:avLst/>
              <a:gdLst/>
              <a:ahLst/>
              <a:cxnLst/>
              <a:rect l="l" t="t" r="r" b="b"/>
              <a:pathLst>
                <a:path w="15313045" h="17227176">
                  <a:moveTo>
                    <a:pt x="13447058" y="13391534"/>
                  </a:moveTo>
                  <a:lnTo>
                    <a:pt x="13447058" y="14178243"/>
                  </a:lnTo>
                  <a:lnTo>
                    <a:pt x="0" y="14178243"/>
                  </a:lnTo>
                  <a:lnTo>
                    <a:pt x="0" y="13388037"/>
                  </a:lnTo>
                  <a:lnTo>
                    <a:pt x="13447058" y="13391534"/>
                  </a:lnTo>
                  <a:close/>
                  <a:moveTo>
                    <a:pt x="13447058" y="14349571"/>
                  </a:moveTo>
                  <a:lnTo>
                    <a:pt x="13447058" y="14681737"/>
                  </a:lnTo>
                  <a:lnTo>
                    <a:pt x="0" y="14681737"/>
                  </a:lnTo>
                  <a:lnTo>
                    <a:pt x="0" y="14349571"/>
                  </a:lnTo>
                  <a:lnTo>
                    <a:pt x="13447058" y="14349571"/>
                  </a:lnTo>
                  <a:close/>
                  <a:moveTo>
                    <a:pt x="0" y="12297134"/>
                  </a:moveTo>
                  <a:lnTo>
                    <a:pt x="0" y="12863565"/>
                  </a:lnTo>
                  <a:lnTo>
                    <a:pt x="13960592" y="12863565"/>
                  </a:lnTo>
                  <a:lnTo>
                    <a:pt x="13960592" y="12297134"/>
                  </a:lnTo>
                  <a:lnTo>
                    <a:pt x="0" y="12297134"/>
                  </a:lnTo>
                  <a:close/>
                  <a:moveTo>
                    <a:pt x="0" y="11457978"/>
                  </a:moveTo>
                  <a:lnTo>
                    <a:pt x="0" y="11985947"/>
                  </a:lnTo>
                  <a:lnTo>
                    <a:pt x="13942885" y="11985947"/>
                  </a:lnTo>
                  <a:lnTo>
                    <a:pt x="13942885" y="11457978"/>
                  </a:lnTo>
                  <a:lnTo>
                    <a:pt x="0" y="11457978"/>
                  </a:lnTo>
                  <a:close/>
                  <a:moveTo>
                    <a:pt x="12663476" y="4944028"/>
                  </a:moveTo>
                  <a:lnTo>
                    <a:pt x="12663476" y="4153823"/>
                  </a:lnTo>
                  <a:lnTo>
                    <a:pt x="0" y="4153823"/>
                  </a:lnTo>
                  <a:lnTo>
                    <a:pt x="0" y="4944028"/>
                  </a:lnTo>
                  <a:lnTo>
                    <a:pt x="12663476" y="4944028"/>
                  </a:lnTo>
                  <a:close/>
                  <a:moveTo>
                    <a:pt x="12723242" y="3968509"/>
                  </a:moveTo>
                  <a:lnTo>
                    <a:pt x="12723242" y="3178304"/>
                  </a:lnTo>
                  <a:lnTo>
                    <a:pt x="0" y="3178304"/>
                  </a:lnTo>
                  <a:lnTo>
                    <a:pt x="0" y="3968509"/>
                  </a:lnTo>
                  <a:lnTo>
                    <a:pt x="12723242" y="3968509"/>
                  </a:lnTo>
                  <a:close/>
                  <a:moveTo>
                    <a:pt x="13196932" y="6038428"/>
                  </a:moveTo>
                  <a:lnTo>
                    <a:pt x="13196932" y="5059412"/>
                  </a:lnTo>
                  <a:lnTo>
                    <a:pt x="0" y="5059412"/>
                  </a:lnTo>
                  <a:lnTo>
                    <a:pt x="0" y="6038428"/>
                  </a:lnTo>
                  <a:lnTo>
                    <a:pt x="13196932" y="6038428"/>
                  </a:lnTo>
                  <a:close/>
                  <a:moveTo>
                    <a:pt x="13960592" y="6874088"/>
                  </a:moveTo>
                  <a:lnTo>
                    <a:pt x="13960592" y="6346118"/>
                  </a:lnTo>
                  <a:lnTo>
                    <a:pt x="0" y="6346118"/>
                  </a:lnTo>
                  <a:lnTo>
                    <a:pt x="0" y="6874088"/>
                  </a:lnTo>
                  <a:lnTo>
                    <a:pt x="13960592" y="6874088"/>
                  </a:lnTo>
                  <a:close/>
                  <a:moveTo>
                    <a:pt x="0" y="10695744"/>
                  </a:moveTo>
                  <a:lnTo>
                    <a:pt x="0" y="11223714"/>
                  </a:lnTo>
                  <a:lnTo>
                    <a:pt x="14591442" y="11223714"/>
                  </a:lnTo>
                  <a:lnTo>
                    <a:pt x="14591442" y="10695744"/>
                  </a:lnTo>
                  <a:lnTo>
                    <a:pt x="0" y="10695744"/>
                  </a:lnTo>
                  <a:close/>
                  <a:moveTo>
                    <a:pt x="0" y="7146813"/>
                  </a:moveTo>
                  <a:lnTo>
                    <a:pt x="0" y="10555886"/>
                  </a:lnTo>
                  <a:lnTo>
                    <a:pt x="15313045" y="10555886"/>
                  </a:lnTo>
                  <a:lnTo>
                    <a:pt x="15313045" y="7146813"/>
                  </a:lnTo>
                  <a:lnTo>
                    <a:pt x="0" y="7146813"/>
                  </a:lnTo>
                  <a:close/>
                  <a:moveTo>
                    <a:pt x="0" y="2580404"/>
                  </a:moveTo>
                  <a:lnTo>
                    <a:pt x="0" y="2912570"/>
                  </a:lnTo>
                  <a:lnTo>
                    <a:pt x="12105673" y="2912570"/>
                  </a:lnTo>
                  <a:lnTo>
                    <a:pt x="12105673" y="2580404"/>
                  </a:lnTo>
                  <a:lnTo>
                    <a:pt x="0" y="2580404"/>
                  </a:lnTo>
                  <a:close/>
                  <a:moveTo>
                    <a:pt x="11649690" y="2398587"/>
                  </a:moveTo>
                  <a:lnTo>
                    <a:pt x="11649690" y="1975514"/>
                  </a:lnTo>
                  <a:lnTo>
                    <a:pt x="0" y="1975514"/>
                  </a:lnTo>
                  <a:lnTo>
                    <a:pt x="0" y="2398587"/>
                  </a:lnTo>
                  <a:lnTo>
                    <a:pt x="11649690" y="2398587"/>
                  </a:lnTo>
                  <a:close/>
                  <a:moveTo>
                    <a:pt x="11877681" y="1734256"/>
                  </a:moveTo>
                  <a:lnTo>
                    <a:pt x="11877681" y="1220273"/>
                  </a:lnTo>
                  <a:lnTo>
                    <a:pt x="0" y="1220273"/>
                  </a:lnTo>
                  <a:lnTo>
                    <a:pt x="0" y="1734256"/>
                  </a:lnTo>
                  <a:lnTo>
                    <a:pt x="11877681" y="1734256"/>
                  </a:lnTo>
                  <a:close/>
                  <a:moveTo>
                    <a:pt x="0" y="15811101"/>
                  </a:moveTo>
                  <a:lnTo>
                    <a:pt x="0" y="16412496"/>
                  </a:lnTo>
                  <a:lnTo>
                    <a:pt x="11534587" y="16412496"/>
                  </a:lnTo>
                  <a:lnTo>
                    <a:pt x="11534587" y="15811101"/>
                  </a:lnTo>
                  <a:lnTo>
                    <a:pt x="0" y="15811101"/>
                  </a:lnTo>
                  <a:close/>
                  <a:moveTo>
                    <a:pt x="0" y="14936980"/>
                  </a:moveTo>
                  <a:lnTo>
                    <a:pt x="0" y="15510403"/>
                  </a:lnTo>
                  <a:lnTo>
                    <a:pt x="12621421" y="15510403"/>
                  </a:lnTo>
                  <a:lnTo>
                    <a:pt x="12621421" y="14936980"/>
                  </a:lnTo>
                  <a:lnTo>
                    <a:pt x="0" y="14936980"/>
                  </a:lnTo>
                  <a:close/>
                  <a:moveTo>
                    <a:pt x="0" y="16867039"/>
                  </a:moveTo>
                  <a:lnTo>
                    <a:pt x="0" y="17227177"/>
                  </a:lnTo>
                  <a:lnTo>
                    <a:pt x="10465463" y="17227177"/>
                  </a:lnTo>
                  <a:lnTo>
                    <a:pt x="10465463" y="16867039"/>
                  </a:lnTo>
                  <a:lnTo>
                    <a:pt x="0" y="16867039"/>
                  </a:lnTo>
                  <a:close/>
                  <a:moveTo>
                    <a:pt x="0" y="573424"/>
                  </a:moveTo>
                  <a:lnTo>
                    <a:pt x="0" y="954541"/>
                  </a:lnTo>
                  <a:lnTo>
                    <a:pt x="11603207" y="954541"/>
                  </a:lnTo>
                  <a:lnTo>
                    <a:pt x="11603207" y="573424"/>
                  </a:lnTo>
                  <a:lnTo>
                    <a:pt x="0" y="573424"/>
                  </a:lnTo>
                  <a:close/>
                  <a:moveTo>
                    <a:pt x="0" y="0"/>
                  </a:moveTo>
                  <a:lnTo>
                    <a:pt x="0" y="255244"/>
                  </a:lnTo>
                  <a:lnTo>
                    <a:pt x="10013908" y="255244"/>
                  </a:lnTo>
                  <a:lnTo>
                    <a:pt x="10013908" y="0"/>
                  </a:lnTo>
                  <a:lnTo>
                    <a:pt x="0" y="0"/>
                  </a:lnTo>
                  <a:close/>
                </a:path>
              </a:pathLst>
            </a:custGeom>
            <a:blipFill>
              <a:blip r:embed="rId3"/>
              <a:stretch>
                <a:fillRect l="-51748" t="-927" r="-37490"/>
              </a:stretch>
            </a:blipFill>
          </p:spPr>
          <p:txBody>
            <a:bodyPr/>
            <a:lstStyle/>
            <a:p>
              <a:endParaRPr lang="es-CO"/>
            </a:p>
          </p:txBody>
        </p:sp>
      </p:grpSp>
      <p:sp>
        <p:nvSpPr>
          <p:cNvPr id="7" name="Freeform 7"/>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4"/>
            <a:stretch>
              <a:fillRect/>
            </a:stretch>
          </a:blipFill>
        </p:spPr>
        <p:txBody>
          <a:bodyPr/>
          <a:lstStyle/>
          <a:p>
            <a:endParaRPr lang="es-CO"/>
          </a:p>
        </p:txBody>
      </p:sp>
      <p:sp>
        <p:nvSpPr>
          <p:cNvPr id="8" name="Freeform 8"/>
          <p:cNvSpPr/>
          <p:nvPr/>
        </p:nvSpPr>
        <p:spPr>
          <a:xfrm>
            <a:off x="6144602" y="-1189717"/>
            <a:ext cx="4724718" cy="4114800"/>
          </a:xfrm>
          <a:custGeom>
            <a:avLst/>
            <a:gdLst/>
            <a:ahLst/>
            <a:cxnLst/>
            <a:rect l="l" t="t" r="r" b="b"/>
            <a:pathLst>
              <a:path w="4724718" h="4114800">
                <a:moveTo>
                  <a:pt x="0" y="0"/>
                </a:moveTo>
                <a:lnTo>
                  <a:pt x="4724718" y="0"/>
                </a:lnTo>
                <a:lnTo>
                  <a:pt x="4724718" y="4114800"/>
                </a:lnTo>
                <a:lnTo>
                  <a:pt x="0" y="4114800"/>
                </a:lnTo>
                <a:lnTo>
                  <a:pt x="0" y="0"/>
                </a:lnTo>
                <a:close/>
              </a:path>
            </a:pathLst>
          </a:custGeom>
          <a:blipFill>
            <a:blip r:embed="rId5">
              <a:alphaModFix amt="6999"/>
              <a:extLst>
                <a:ext uri="{96DAC541-7B7A-43D3-8B79-37D633B846F1}">
                  <asvg:svgBlip xmlns:asvg="http://schemas.microsoft.com/office/drawing/2016/SVG/main" r:embed="rId6"/>
                </a:ext>
              </a:extLst>
            </a:blip>
            <a:stretch>
              <a:fillRect/>
            </a:stretch>
          </a:blipFill>
        </p:spPr>
        <p:txBody>
          <a:bodyPr/>
          <a:lstStyle/>
          <a:p>
            <a:endParaRPr lang="es-CO"/>
          </a:p>
        </p:txBody>
      </p:sp>
      <p:sp>
        <p:nvSpPr>
          <p:cNvPr id="9" name="Freeform 9"/>
          <p:cNvSpPr/>
          <p:nvPr/>
        </p:nvSpPr>
        <p:spPr>
          <a:xfrm rot="-10800000">
            <a:off x="8506961" y="-823767"/>
            <a:ext cx="2372254" cy="2066017"/>
          </a:xfrm>
          <a:custGeom>
            <a:avLst/>
            <a:gdLst/>
            <a:ahLst/>
            <a:cxnLst/>
            <a:rect l="l" t="t" r="r" b="b"/>
            <a:pathLst>
              <a:path w="2372254" h="2066017">
                <a:moveTo>
                  <a:pt x="0" y="0"/>
                </a:moveTo>
                <a:lnTo>
                  <a:pt x="2372254" y="0"/>
                </a:lnTo>
                <a:lnTo>
                  <a:pt x="2372254" y="2066017"/>
                </a:lnTo>
                <a:lnTo>
                  <a:pt x="0" y="2066017"/>
                </a:lnTo>
                <a:lnTo>
                  <a:pt x="0" y="0"/>
                </a:lnTo>
                <a:close/>
              </a:path>
            </a:pathLst>
          </a:custGeom>
          <a:blipFill>
            <a:blip r:embed="rId5">
              <a:alphaModFix amt="6999"/>
              <a:extLst>
                <a:ext uri="{96DAC541-7B7A-43D3-8B79-37D633B846F1}">
                  <asvg:svgBlip xmlns:asvg="http://schemas.microsoft.com/office/drawing/2016/SVG/main" r:embed="rId6"/>
                </a:ext>
              </a:extLst>
            </a:blip>
            <a:stretch>
              <a:fillRect/>
            </a:stretch>
          </a:blipFill>
        </p:spPr>
        <p:txBody>
          <a:bodyPr/>
          <a:lstStyle/>
          <a:p>
            <a:endParaRPr lang="es-CO"/>
          </a:p>
        </p:txBody>
      </p:sp>
      <p:grpSp>
        <p:nvGrpSpPr>
          <p:cNvPr id="10" name="Group 10"/>
          <p:cNvGrpSpPr/>
          <p:nvPr/>
        </p:nvGrpSpPr>
        <p:grpSpPr>
          <a:xfrm>
            <a:off x="17179657" y="15769"/>
            <a:ext cx="1108343" cy="1518881"/>
            <a:chOff x="0" y="0"/>
            <a:chExt cx="1477790" cy="2025175"/>
          </a:xfrm>
        </p:grpSpPr>
        <p:grpSp>
          <p:nvGrpSpPr>
            <p:cNvPr id="11" name="Group 11"/>
            <p:cNvGrpSpPr/>
            <p:nvPr/>
          </p:nvGrpSpPr>
          <p:grpSpPr>
            <a:xfrm rot="-10800000">
              <a:off x="720483" y="10427"/>
              <a:ext cx="292249" cy="294678"/>
              <a:chOff x="0" y="0"/>
              <a:chExt cx="842671" cy="849742"/>
            </a:xfrm>
          </p:grpSpPr>
          <p:sp>
            <p:nvSpPr>
              <p:cNvPr id="12" name="Freeform 12"/>
              <p:cNvSpPr/>
              <p:nvPr/>
            </p:nvSpPr>
            <p:spPr>
              <a:xfrm>
                <a:off x="0" y="0"/>
                <a:ext cx="842671" cy="849742"/>
              </a:xfrm>
              <a:custGeom>
                <a:avLst/>
                <a:gdLst/>
                <a:ahLst/>
                <a:cxnLst/>
                <a:rect l="l" t="t" r="r" b="b"/>
                <a:pathLst>
                  <a:path w="842671" h="849742">
                    <a:moveTo>
                      <a:pt x="842671" y="158231"/>
                    </a:moveTo>
                    <a:lnTo>
                      <a:pt x="842671" y="691511"/>
                    </a:lnTo>
                    <a:cubicBezTo>
                      <a:pt x="842671" y="733477"/>
                      <a:pt x="826000" y="773723"/>
                      <a:pt x="796326" y="803397"/>
                    </a:cubicBezTo>
                    <a:cubicBezTo>
                      <a:pt x="766652" y="833071"/>
                      <a:pt x="726406" y="849742"/>
                      <a:pt x="684441" y="849742"/>
                    </a:cubicBezTo>
                    <a:lnTo>
                      <a:pt x="158231" y="849742"/>
                    </a:lnTo>
                    <a:cubicBezTo>
                      <a:pt x="116265" y="849742"/>
                      <a:pt x="76019" y="833071"/>
                      <a:pt x="46345" y="803397"/>
                    </a:cubicBezTo>
                    <a:cubicBezTo>
                      <a:pt x="16671" y="773723"/>
                      <a:pt x="0" y="733477"/>
                      <a:pt x="0" y="691511"/>
                    </a:cubicBezTo>
                    <a:lnTo>
                      <a:pt x="0" y="158231"/>
                    </a:lnTo>
                    <a:cubicBezTo>
                      <a:pt x="0" y="116265"/>
                      <a:pt x="16671" y="76019"/>
                      <a:pt x="46345" y="46345"/>
                    </a:cubicBezTo>
                    <a:cubicBezTo>
                      <a:pt x="76019" y="16671"/>
                      <a:pt x="116265" y="0"/>
                      <a:pt x="158231" y="0"/>
                    </a:cubicBezTo>
                    <a:lnTo>
                      <a:pt x="684441" y="0"/>
                    </a:lnTo>
                    <a:cubicBezTo>
                      <a:pt x="726406" y="0"/>
                      <a:pt x="766652" y="16671"/>
                      <a:pt x="796326" y="46345"/>
                    </a:cubicBezTo>
                    <a:cubicBezTo>
                      <a:pt x="826000" y="76019"/>
                      <a:pt x="842671" y="116265"/>
                      <a:pt x="842671" y="158231"/>
                    </a:cubicBezTo>
                    <a:close/>
                  </a:path>
                </a:pathLst>
              </a:custGeom>
              <a:solidFill>
                <a:srgbClr val="FFFFFF">
                  <a:alpha val="29804"/>
                </a:srgbClr>
              </a:solidFill>
            </p:spPr>
            <p:txBody>
              <a:bodyPr/>
              <a:lstStyle/>
              <a:p>
                <a:endParaRPr lang="es-CO"/>
              </a:p>
            </p:txBody>
          </p:sp>
          <p:sp>
            <p:nvSpPr>
              <p:cNvPr id="13" name="TextBox 13"/>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4" name="Group 14"/>
            <p:cNvGrpSpPr/>
            <p:nvPr/>
          </p:nvGrpSpPr>
          <p:grpSpPr>
            <a:xfrm rot="-10800000">
              <a:off x="720483" y="421775"/>
              <a:ext cx="330590" cy="333337"/>
              <a:chOff x="0" y="0"/>
              <a:chExt cx="842671" cy="849742"/>
            </a:xfrm>
          </p:grpSpPr>
          <p:sp>
            <p:nvSpPr>
              <p:cNvPr id="15" name="Freeform 15"/>
              <p:cNvSpPr/>
              <p:nvPr/>
            </p:nvSpPr>
            <p:spPr>
              <a:xfrm>
                <a:off x="0" y="0"/>
                <a:ext cx="842671" cy="849742"/>
              </a:xfrm>
              <a:custGeom>
                <a:avLst/>
                <a:gdLst/>
                <a:ahLst/>
                <a:cxnLst/>
                <a:rect l="l" t="t" r="r" b="b"/>
                <a:pathLst>
                  <a:path w="842671" h="849742">
                    <a:moveTo>
                      <a:pt x="842671" y="119897"/>
                    </a:moveTo>
                    <a:lnTo>
                      <a:pt x="842671" y="729845"/>
                    </a:lnTo>
                    <a:cubicBezTo>
                      <a:pt x="842671" y="761644"/>
                      <a:pt x="830039" y="792140"/>
                      <a:pt x="807554" y="814625"/>
                    </a:cubicBezTo>
                    <a:cubicBezTo>
                      <a:pt x="785069" y="837110"/>
                      <a:pt x="754573" y="849742"/>
                      <a:pt x="722774" y="849742"/>
                    </a:cubicBezTo>
                    <a:lnTo>
                      <a:pt x="119897" y="849742"/>
                    </a:lnTo>
                    <a:cubicBezTo>
                      <a:pt x="53680" y="849742"/>
                      <a:pt x="0" y="796062"/>
                      <a:pt x="0" y="729845"/>
                    </a:cubicBezTo>
                    <a:lnTo>
                      <a:pt x="0" y="119897"/>
                    </a:lnTo>
                    <a:cubicBezTo>
                      <a:pt x="0" y="88098"/>
                      <a:pt x="12632" y="57602"/>
                      <a:pt x="35117" y="35117"/>
                    </a:cubicBezTo>
                    <a:cubicBezTo>
                      <a:pt x="57602" y="12632"/>
                      <a:pt x="88098" y="0"/>
                      <a:pt x="119897" y="0"/>
                    </a:cubicBezTo>
                    <a:lnTo>
                      <a:pt x="722774" y="0"/>
                    </a:lnTo>
                    <a:cubicBezTo>
                      <a:pt x="754573" y="0"/>
                      <a:pt x="785069" y="12632"/>
                      <a:pt x="807554" y="35117"/>
                    </a:cubicBezTo>
                    <a:cubicBezTo>
                      <a:pt x="830039" y="57602"/>
                      <a:pt x="842671" y="88098"/>
                      <a:pt x="842671" y="119897"/>
                    </a:cubicBezTo>
                    <a:close/>
                  </a:path>
                </a:pathLst>
              </a:custGeom>
              <a:solidFill>
                <a:srgbClr val="FFFFFF">
                  <a:alpha val="29804"/>
                </a:srgbClr>
              </a:solidFill>
            </p:spPr>
            <p:txBody>
              <a:bodyPr/>
              <a:lstStyle/>
              <a:p>
                <a:endParaRPr lang="es-CO"/>
              </a:p>
            </p:txBody>
          </p:sp>
          <p:sp>
            <p:nvSpPr>
              <p:cNvPr id="16" name="TextBox 16"/>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17" name="Group 17"/>
            <p:cNvGrpSpPr/>
            <p:nvPr/>
          </p:nvGrpSpPr>
          <p:grpSpPr>
            <a:xfrm rot="-10800000">
              <a:off x="44208" y="134128"/>
              <a:ext cx="91428" cy="92188"/>
              <a:chOff x="0" y="0"/>
              <a:chExt cx="842671" cy="849742"/>
            </a:xfrm>
          </p:grpSpPr>
          <p:sp>
            <p:nvSpPr>
              <p:cNvPr id="18" name="Freeform 18"/>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FFFFFF">
                  <a:alpha val="29804"/>
                </a:srgbClr>
              </a:solidFill>
            </p:spPr>
            <p:txBody>
              <a:bodyPr/>
              <a:lstStyle/>
              <a:p>
                <a:endParaRPr lang="es-CO"/>
              </a:p>
            </p:txBody>
          </p:sp>
          <p:sp>
            <p:nvSpPr>
              <p:cNvPr id="19" name="TextBox 19"/>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20" name="Group 20"/>
            <p:cNvGrpSpPr/>
            <p:nvPr/>
          </p:nvGrpSpPr>
          <p:grpSpPr>
            <a:xfrm rot="-10800000">
              <a:off x="1206348" y="33699"/>
              <a:ext cx="241185" cy="243189"/>
              <a:chOff x="0" y="0"/>
              <a:chExt cx="842671" cy="849742"/>
            </a:xfrm>
          </p:grpSpPr>
          <p:sp>
            <p:nvSpPr>
              <p:cNvPr id="21" name="Freeform 21"/>
              <p:cNvSpPr/>
              <p:nvPr/>
            </p:nvSpPr>
            <p:spPr>
              <a:xfrm>
                <a:off x="0" y="0"/>
                <a:ext cx="842671" cy="849742"/>
              </a:xfrm>
              <a:custGeom>
                <a:avLst/>
                <a:gdLst/>
                <a:ahLst/>
                <a:cxnLst/>
                <a:rect l="l" t="t" r="r" b="b"/>
                <a:pathLst>
                  <a:path w="842671" h="849742">
                    <a:moveTo>
                      <a:pt x="842671" y="164342"/>
                    </a:moveTo>
                    <a:lnTo>
                      <a:pt x="842671" y="685400"/>
                    </a:lnTo>
                    <a:cubicBezTo>
                      <a:pt x="842671" y="776164"/>
                      <a:pt x="769093" y="849742"/>
                      <a:pt x="678329" y="849742"/>
                    </a:cubicBezTo>
                    <a:lnTo>
                      <a:pt x="164342" y="849742"/>
                    </a:lnTo>
                    <a:cubicBezTo>
                      <a:pt x="73578" y="849742"/>
                      <a:pt x="0" y="776164"/>
                      <a:pt x="0" y="685400"/>
                    </a:cubicBezTo>
                    <a:lnTo>
                      <a:pt x="0" y="164342"/>
                    </a:lnTo>
                    <a:cubicBezTo>
                      <a:pt x="0" y="73578"/>
                      <a:pt x="73578" y="0"/>
                      <a:pt x="164342" y="0"/>
                    </a:cubicBezTo>
                    <a:lnTo>
                      <a:pt x="678329" y="0"/>
                    </a:lnTo>
                    <a:cubicBezTo>
                      <a:pt x="769093" y="0"/>
                      <a:pt x="842671" y="73578"/>
                      <a:pt x="842671" y="164342"/>
                    </a:cubicBezTo>
                    <a:close/>
                  </a:path>
                </a:pathLst>
              </a:custGeom>
              <a:solidFill>
                <a:srgbClr val="FFFFFF">
                  <a:alpha val="29804"/>
                </a:srgbClr>
              </a:solidFill>
            </p:spPr>
            <p:txBody>
              <a:bodyPr/>
              <a:lstStyle/>
              <a:p>
                <a:endParaRPr lang="es-CO"/>
              </a:p>
            </p:txBody>
          </p:sp>
          <p:sp>
            <p:nvSpPr>
              <p:cNvPr id="22" name="TextBox 22"/>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23" name="Group 23"/>
            <p:cNvGrpSpPr/>
            <p:nvPr/>
          </p:nvGrpSpPr>
          <p:grpSpPr>
            <a:xfrm rot="-10800000">
              <a:off x="1292992" y="558646"/>
              <a:ext cx="91428" cy="92188"/>
              <a:chOff x="0" y="0"/>
              <a:chExt cx="842671" cy="849742"/>
            </a:xfrm>
          </p:grpSpPr>
          <p:sp>
            <p:nvSpPr>
              <p:cNvPr id="24" name="Freeform 24"/>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FFFFFF">
                  <a:alpha val="29804"/>
                </a:srgbClr>
              </a:solidFill>
            </p:spPr>
            <p:txBody>
              <a:bodyPr/>
              <a:lstStyle/>
              <a:p>
                <a:endParaRPr lang="es-CO"/>
              </a:p>
            </p:txBody>
          </p:sp>
          <p:sp>
            <p:nvSpPr>
              <p:cNvPr id="25" name="TextBox 25"/>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26" name="Group 26"/>
            <p:cNvGrpSpPr/>
            <p:nvPr/>
          </p:nvGrpSpPr>
          <p:grpSpPr>
            <a:xfrm rot="-10800000">
              <a:off x="860408" y="1460473"/>
              <a:ext cx="91428" cy="92188"/>
              <a:chOff x="0" y="0"/>
              <a:chExt cx="842671" cy="849742"/>
            </a:xfrm>
          </p:grpSpPr>
          <p:sp>
            <p:nvSpPr>
              <p:cNvPr id="27" name="Freeform 27"/>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FFFFFF">
                  <a:alpha val="29804"/>
                </a:srgbClr>
              </a:solidFill>
            </p:spPr>
            <p:txBody>
              <a:bodyPr/>
              <a:lstStyle/>
              <a:p>
                <a:endParaRPr lang="es-CO"/>
              </a:p>
            </p:txBody>
          </p:sp>
          <p:sp>
            <p:nvSpPr>
              <p:cNvPr id="28" name="TextBox 28"/>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29" name="Group 29"/>
            <p:cNvGrpSpPr/>
            <p:nvPr/>
          </p:nvGrpSpPr>
          <p:grpSpPr>
            <a:xfrm rot="-10800000">
              <a:off x="790595" y="1796756"/>
              <a:ext cx="226536" cy="228419"/>
              <a:chOff x="0" y="0"/>
              <a:chExt cx="842671" cy="849742"/>
            </a:xfrm>
          </p:grpSpPr>
          <p:sp>
            <p:nvSpPr>
              <p:cNvPr id="30" name="Freeform 30"/>
              <p:cNvSpPr/>
              <p:nvPr/>
            </p:nvSpPr>
            <p:spPr>
              <a:xfrm>
                <a:off x="0" y="0"/>
                <a:ext cx="842671" cy="849742"/>
              </a:xfrm>
              <a:custGeom>
                <a:avLst/>
                <a:gdLst/>
                <a:ahLst/>
                <a:cxnLst/>
                <a:rect l="l" t="t" r="r" b="b"/>
                <a:pathLst>
                  <a:path w="842671" h="849742">
                    <a:moveTo>
                      <a:pt x="842671" y="145807"/>
                    </a:moveTo>
                    <a:lnTo>
                      <a:pt x="842671" y="703935"/>
                    </a:lnTo>
                    <a:cubicBezTo>
                      <a:pt x="842671" y="742605"/>
                      <a:pt x="827309" y="779692"/>
                      <a:pt x="799965" y="807036"/>
                    </a:cubicBezTo>
                    <a:cubicBezTo>
                      <a:pt x="772621" y="834380"/>
                      <a:pt x="735535" y="849742"/>
                      <a:pt x="696864" y="849742"/>
                    </a:cubicBezTo>
                    <a:lnTo>
                      <a:pt x="145807" y="849742"/>
                    </a:lnTo>
                    <a:cubicBezTo>
                      <a:pt x="65280" y="849742"/>
                      <a:pt x="0" y="784462"/>
                      <a:pt x="0" y="703935"/>
                    </a:cubicBezTo>
                    <a:lnTo>
                      <a:pt x="0" y="145807"/>
                    </a:lnTo>
                    <a:cubicBezTo>
                      <a:pt x="0" y="65280"/>
                      <a:pt x="65280" y="0"/>
                      <a:pt x="145807" y="0"/>
                    </a:cubicBezTo>
                    <a:lnTo>
                      <a:pt x="696864" y="0"/>
                    </a:lnTo>
                    <a:cubicBezTo>
                      <a:pt x="777391" y="0"/>
                      <a:pt x="842671" y="65280"/>
                      <a:pt x="842671" y="145807"/>
                    </a:cubicBezTo>
                    <a:close/>
                  </a:path>
                </a:pathLst>
              </a:custGeom>
              <a:solidFill>
                <a:srgbClr val="FFFFFF">
                  <a:alpha val="29804"/>
                </a:srgbClr>
              </a:solidFill>
            </p:spPr>
            <p:txBody>
              <a:bodyPr/>
              <a:lstStyle/>
              <a:p>
                <a:endParaRPr lang="es-CO"/>
              </a:p>
            </p:txBody>
          </p:sp>
          <p:sp>
            <p:nvSpPr>
              <p:cNvPr id="31" name="TextBox 31"/>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32" name="Group 32"/>
            <p:cNvGrpSpPr/>
            <p:nvPr/>
          </p:nvGrpSpPr>
          <p:grpSpPr>
            <a:xfrm rot="-10800000">
              <a:off x="65627" y="1391553"/>
              <a:ext cx="91428" cy="92188"/>
              <a:chOff x="0" y="0"/>
              <a:chExt cx="842671" cy="849742"/>
            </a:xfrm>
          </p:grpSpPr>
          <p:sp>
            <p:nvSpPr>
              <p:cNvPr id="33" name="Freeform 33"/>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FFFFFF">
                  <a:alpha val="29804"/>
                </a:srgbClr>
              </a:solidFill>
            </p:spPr>
            <p:txBody>
              <a:bodyPr/>
              <a:lstStyle/>
              <a:p>
                <a:endParaRPr lang="es-CO"/>
              </a:p>
            </p:txBody>
          </p:sp>
          <p:sp>
            <p:nvSpPr>
              <p:cNvPr id="34" name="TextBox 34"/>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35" name="Group 35"/>
            <p:cNvGrpSpPr/>
            <p:nvPr/>
          </p:nvGrpSpPr>
          <p:grpSpPr>
            <a:xfrm rot="-10800000">
              <a:off x="768599" y="939741"/>
              <a:ext cx="257545" cy="259685"/>
              <a:chOff x="0" y="0"/>
              <a:chExt cx="842671" cy="849742"/>
            </a:xfrm>
          </p:grpSpPr>
          <p:sp>
            <p:nvSpPr>
              <p:cNvPr id="36" name="Freeform 36"/>
              <p:cNvSpPr/>
              <p:nvPr/>
            </p:nvSpPr>
            <p:spPr>
              <a:xfrm>
                <a:off x="0" y="0"/>
                <a:ext cx="842671" cy="849742"/>
              </a:xfrm>
              <a:custGeom>
                <a:avLst/>
                <a:gdLst/>
                <a:ahLst/>
                <a:cxnLst/>
                <a:rect l="l" t="t" r="r" b="b"/>
                <a:pathLst>
                  <a:path w="842671" h="849742">
                    <a:moveTo>
                      <a:pt x="842671" y="128252"/>
                    </a:moveTo>
                    <a:lnTo>
                      <a:pt x="842671" y="721490"/>
                    </a:lnTo>
                    <a:cubicBezTo>
                      <a:pt x="842671" y="755505"/>
                      <a:pt x="829159" y="788126"/>
                      <a:pt x="805107" y="812178"/>
                    </a:cubicBezTo>
                    <a:cubicBezTo>
                      <a:pt x="781055" y="836230"/>
                      <a:pt x="748434" y="849742"/>
                      <a:pt x="714419" y="849742"/>
                    </a:cubicBezTo>
                    <a:lnTo>
                      <a:pt x="128252" y="849742"/>
                    </a:lnTo>
                    <a:cubicBezTo>
                      <a:pt x="57420" y="849742"/>
                      <a:pt x="0" y="792322"/>
                      <a:pt x="0" y="721490"/>
                    </a:cubicBezTo>
                    <a:lnTo>
                      <a:pt x="0" y="128252"/>
                    </a:lnTo>
                    <a:cubicBezTo>
                      <a:pt x="0" y="57420"/>
                      <a:pt x="57420" y="0"/>
                      <a:pt x="128252" y="0"/>
                    </a:cubicBezTo>
                    <a:lnTo>
                      <a:pt x="714419" y="0"/>
                    </a:lnTo>
                    <a:cubicBezTo>
                      <a:pt x="785251" y="0"/>
                      <a:pt x="842671" y="57420"/>
                      <a:pt x="842671" y="128252"/>
                    </a:cubicBezTo>
                    <a:close/>
                  </a:path>
                </a:pathLst>
              </a:custGeom>
              <a:solidFill>
                <a:srgbClr val="FFFFFF">
                  <a:alpha val="29804"/>
                </a:srgbClr>
              </a:solidFill>
            </p:spPr>
            <p:txBody>
              <a:bodyPr/>
              <a:lstStyle/>
              <a:p>
                <a:endParaRPr lang="es-CO"/>
              </a:p>
            </p:txBody>
          </p:sp>
          <p:sp>
            <p:nvSpPr>
              <p:cNvPr id="37" name="TextBox 37"/>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38" name="Group 38"/>
            <p:cNvGrpSpPr/>
            <p:nvPr/>
          </p:nvGrpSpPr>
          <p:grpSpPr>
            <a:xfrm rot="-10800000">
              <a:off x="1271356" y="907692"/>
              <a:ext cx="206435" cy="208150"/>
              <a:chOff x="0" y="0"/>
              <a:chExt cx="842671" cy="849742"/>
            </a:xfrm>
          </p:grpSpPr>
          <p:sp>
            <p:nvSpPr>
              <p:cNvPr id="39" name="Freeform 39"/>
              <p:cNvSpPr/>
              <p:nvPr/>
            </p:nvSpPr>
            <p:spPr>
              <a:xfrm>
                <a:off x="0" y="0"/>
                <a:ext cx="842671" cy="849742"/>
              </a:xfrm>
              <a:custGeom>
                <a:avLst/>
                <a:gdLst/>
                <a:ahLst/>
                <a:cxnLst/>
                <a:rect l="l" t="t" r="r" b="b"/>
                <a:pathLst>
                  <a:path w="842671" h="849742">
                    <a:moveTo>
                      <a:pt x="842671" y="224007"/>
                    </a:moveTo>
                    <a:lnTo>
                      <a:pt x="842671" y="625735"/>
                    </a:lnTo>
                    <a:cubicBezTo>
                      <a:pt x="842671" y="749451"/>
                      <a:pt x="742380" y="849742"/>
                      <a:pt x="618664" y="849742"/>
                    </a:cubicBezTo>
                    <a:lnTo>
                      <a:pt x="224007" y="849742"/>
                    </a:lnTo>
                    <a:cubicBezTo>
                      <a:pt x="100291" y="849742"/>
                      <a:pt x="0" y="749451"/>
                      <a:pt x="0" y="625735"/>
                    </a:cubicBezTo>
                    <a:lnTo>
                      <a:pt x="0" y="224007"/>
                    </a:lnTo>
                    <a:cubicBezTo>
                      <a:pt x="0" y="100291"/>
                      <a:pt x="100291" y="0"/>
                      <a:pt x="224007" y="0"/>
                    </a:cubicBezTo>
                    <a:lnTo>
                      <a:pt x="618664" y="0"/>
                    </a:lnTo>
                    <a:cubicBezTo>
                      <a:pt x="742380" y="0"/>
                      <a:pt x="842671" y="100291"/>
                      <a:pt x="842671" y="224007"/>
                    </a:cubicBezTo>
                    <a:close/>
                  </a:path>
                </a:pathLst>
              </a:custGeom>
              <a:solidFill>
                <a:srgbClr val="FFFFFF">
                  <a:alpha val="29804"/>
                </a:srgbClr>
              </a:solidFill>
            </p:spPr>
            <p:txBody>
              <a:bodyPr/>
              <a:lstStyle/>
              <a:p>
                <a:endParaRPr lang="es-CO"/>
              </a:p>
            </p:txBody>
          </p:sp>
          <p:sp>
            <p:nvSpPr>
              <p:cNvPr id="40" name="TextBox 40"/>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41" name="Group 41"/>
            <p:cNvGrpSpPr/>
            <p:nvPr/>
          </p:nvGrpSpPr>
          <p:grpSpPr>
            <a:xfrm rot="-10800000">
              <a:off x="0" y="516167"/>
              <a:ext cx="206435" cy="208150"/>
              <a:chOff x="0" y="0"/>
              <a:chExt cx="842671" cy="849742"/>
            </a:xfrm>
          </p:grpSpPr>
          <p:sp>
            <p:nvSpPr>
              <p:cNvPr id="42" name="Freeform 42"/>
              <p:cNvSpPr/>
              <p:nvPr/>
            </p:nvSpPr>
            <p:spPr>
              <a:xfrm>
                <a:off x="0" y="0"/>
                <a:ext cx="842671" cy="849742"/>
              </a:xfrm>
              <a:custGeom>
                <a:avLst/>
                <a:gdLst/>
                <a:ahLst/>
                <a:cxnLst/>
                <a:rect l="l" t="t" r="r" b="b"/>
                <a:pathLst>
                  <a:path w="842671" h="849742">
                    <a:moveTo>
                      <a:pt x="842671" y="224007"/>
                    </a:moveTo>
                    <a:lnTo>
                      <a:pt x="842671" y="625735"/>
                    </a:lnTo>
                    <a:cubicBezTo>
                      <a:pt x="842671" y="749451"/>
                      <a:pt x="742380" y="849742"/>
                      <a:pt x="618664" y="849742"/>
                    </a:cubicBezTo>
                    <a:lnTo>
                      <a:pt x="224007" y="849742"/>
                    </a:lnTo>
                    <a:cubicBezTo>
                      <a:pt x="100291" y="849742"/>
                      <a:pt x="0" y="749451"/>
                      <a:pt x="0" y="625735"/>
                    </a:cubicBezTo>
                    <a:lnTo>
                      <a:pt x="0" y="224007"/>
                    </a:lnTo>
                    <a:cubicBezTo>
                      <a:pt x="0" y="100291"/>
                      <a:pt x="100291" y="0"/>
                      <a:pt x="224007" y="0"/>
                    </a:cubicBezTo>
                    <a:lnTo>
                      <a:pt x="618664" y="0"/>
                    </a:lnTo>
                    <a:cubicBezTo>
                      <a:pt x="742380" y="0"/>
                      <a:pt x="842671" y="100291"/>
                      <a:pt x="842671" y="224007"/>
                    </a:cubicBezTo>
                    <a:close/>
                  </a:path>
                </a:pathLst>
              </a:custGeom>
              <a:solidFill>
                <a:srgbClr val="FFFFFF">
                  <a:alpha val="29804"/>
                </a:srgbClr>
              </a:solidFill>
            </p:spPr>
            <p:txBody>
              <a:bodyPr/>
              <a:lstStyle/>
              <a:p>
                <a:endParaRPr lang="es-CO"/>
              </a:p>
            </p:txBody>
          </p:sp>
          <p:sp>
            <p:nvSpPr>
              <p:cNvPr id="43" name="TextBox 43"/>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44" name="Group 44"/>
            <p:cNvGrpSpPr/>
            <p:nvPr/>
          </p:nvGrpSpPr>
          <p:grpSpPr>
            <a:xfrm rot="-10800000">
              <a:off x="349000" y="0"/>
              <a:ext cx="206435" cy="208150"/>
              <a:chOff x="0" y="0"/>
              <a:chExt cx="842671" cy="849742"/>
            </a:xfrm>
          </p:grpSpPr>
          <p:sp>
            <p:nvSpPr>
              <p:cNvPr id="45" name="Freeform 45"/>
              <p:cNvSpPr/>
              <p:nvPr/>
            </p:nvSpPr>
            <p:spPr>
              <a:xfrm>
                <a:off x="0" y="0"/>
                <a:ext cx="842671" cy="849742"/>
              </a:xfrm>
              <a:custGeom>
                <a:avLst/>
                <a:gdLst/>
                <a:ahLst/>
                <a:cxnLst/>
                <a:rect l="l" t="t" r="r" b="b"/>
                <a:pathLst>
                  <a:path w="842671" h="849742">
                    <a:moveTo>
                      <a:pt x="842671" y="160005"/>
                    </a:moveTo>
                    <a:lnTo>
                      <a:pt x="842671" y="689737"/>
                    </a:lnTo>
                    <a:cubicBezTo>
                      <a:pt x="842671" y="732173"/>
                      <a:pt x="825814" y="772871"/>
                      <a:pt x="795807" y="802877"/>
                    </a:cubicBezTo>
                    <a:cubicBezTo>
                      <a:pt x="765800" y="832884"/>
                      <a:pt x="725102" y="849742"/>
                      <a:pt x="682666" y="849742"/>
                    </a:cubicBezTo>
                    <a:lnTo>
                      <a:pt x="160005" y="849742"/>
                    </a:lnTo>
                    <a:cubicBezTo>
                      <a:pt x="71637" y="849742"/>
                      <a:pt x="0" y="778105"/>
                      <a:pt x="0" y="689737"/>
                    </a:cubicBezTo>
                    <a:lnTo>
                      <a:pt x="0" y="160005"/>
                    </a:lnTo>
                    <a:cubicBezTo>
                      <a:pt x="0" y="71637"/>
                      <a:pt x="71637" y="0"/>
                      <a:pt x="160005" y="0"/>
                    </a:cubicBezTo>
                    <a:lnTo>
                      <a:pt x="682666" y="0"/>
                    </a:lnTo>
                    <a:cubicBezTo>
                      <a:pt x="771034" y="0"/>
                      <a:pt x="842671" y="71637"/>
                      <a:pt x="842671" y="160005"/>
                    </a:cubicBezTo>
                    <a:close/>
                  </a:path>
                </a:pathLst>
              </a:custGeom>
              <a:solidFill>
                <a:srgbClr val="FFFFFF">
                  <a:alpha val="29804"/>
                </a:srgbClr>
              </a:solidFill>
            </p:spPr>
            <p:txBody>
              <a:bodyPr/>
              <a:lstStyle/>
              <a:p>
                <a:endParaRPr lang="es-CO"/>
              </a:p>
            </p:txBody>
          </p:sp>
          <p:sp>
            <p:nvSpPr>
              <p:cNvPr id="46" name="TextBox 46"/>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nvGrpSpPr>
            <p:cNvPr id="47" name="Group 47"/>
            <p:cNvGrpSpPr/>
            <p:nvPr/>
          </p:nvGrpSpPr>
          <p:grpSpPr>
            <a:xfrm rot="-10800000">
              <a:off x="473282" y="376815"/>
              <a:ext cx="91428" cy="92188"/>
              <a:chOff x="0" y="0"/>
              <a:chExt cx="842671" cy="849742"/>
            </a:xfrm>
          </p:grpSpPr>
          <p:sp>
            <p:nvSpPr>
              <p:cNvPr id="48" name="Freeform 48"/>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FFFFFF">
                  <a:alpha val="29804"/>
                </a:srgbClr>
              </a:solidFill>
            </p:spPr>
            <p:txBody>
              <a:bodyPr/>
              <a:lstStyle/>
              <a:p>
                <a:endParaRPr lang="es-CO"/>
              </a:p>
            </p:txBody>
          </p:sp>
          <p:sp>
            <p:nvSpPr>
              <p:cNvPr id="49" name="TextBox 49"/>
              <p:cNvSpPr txBox="1"/>
              <p:nvPr/>
            </p:nvSpPr>
            <p:spPr>
              <a:xfrm>
                <a:off x="0" y="-47625"/>
                <a:ext cx="842671" cy="897367"/>
              </a:xfrm>
              <a:prstGeom prst="rect">
                <a:avLst/>
              </a:prstGeom>
            </p:spPr>
            <p:txBody>
              <a:bodyPr lIns="38380" tIns="38380" rIns="38380" bIns="38380" rtlCol="0" anchor="ctr"/>
              <a:lstStyle/>
              <a:p>
                <a:pPr algn="ctr">
                  <a:lnSpc>
                    <a:spcPts val="2729"/>
                  </a:lnSpc>
                  <a:spcBef>
                    <a:spcPct val="0"/>
                  </a:spcBef>
                </a:pP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712180"/>
            <a:ext cx="18288000" cy="1574820"/>
          </a:xfrm>
          <a:custGeom>
            <a:avLst/>
            <a:gdLst/>
            <a:ahLst/>
            <a:cxnLst/>
            <a:rect l="l" t="t" r="r" b="b"/>
            <a:pathLst>
              <a:path w="18288000" h="1574820">
                <a:moveTo>
                  <a:pt x="0" y="0"/>
                </a:moveTo>
                <a:lnTo>
                  <a:pt x="18288000" y="0"/>
                </a:lnTo>
                <a:lnTo>
                  <a:pt x="18288000" y="1574820"/>
                </a:lnTo>
                <a:lnTo>
                  <a:pt x="0" y="1574820"/>
                </a:lnTo>
                <a:lnTo>
                  <a:pt x="0" y="0"/>
                </a:lnTo>
                <a:close/>
              </a:path>
            </a:pathLst>
          </a:custGeom>
          <a:blipFill>
            <a:blip r:embed="rId2">
              <a:alphaModFix amt="55000"/>
            </a:blip>
            <a:stretch>
              <a:fillRect t="-448243" b="-104974"/>
            </a:stretch>
          </a:blipFill>
        </p:spPr>
        <p:txBody>
          <a:bodyPr/>
          <a:lstStyle/>
          <a:p>
            <a:endParaRPr lang="es-CO"/>
          </a:p>
        </p:txBody>
      </p:sp>
      <p:sp>
        <p:nvSpPr>
          <p:cNvPr id="3" name="Freeform 3"/>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sp>
        <p:nvSpPr>
          <p:cNvPr id="4" name="Freeform 4"/>
          <p:cNvSpPr/>
          <p:nvPr/>
        </p:nvSpPr>
        <p:spPr>
          <a:xfrm>
            <a:off x="0" y="0"/>
            <a:ext cx="18288000" cy="1383809"/>
          </a:xfrm>
          <a:custGeom>
            <a:avLst/>
            <a:gdLst/>
            <a:ahLst/>
            <a:cxnLst/>
            <a:rect l="l" t="t" r="r" b="b"/>
            <a:pathLst>
              <a:path w="18288000" h="1383809">
                <a:moveTo>
                  <a:pt x="0" y="0"/>
                </a:moveTo>
                <a:lnTo>
                  <a:pt x="18288000" y="0"/>
                </a:lnTo>
                <a:lnTo>
                  <a:pt x="18288000" y="1383809"/>
                </a:lnTo>
                <a:lnTo>
                  <a:pt x="0" y="1383809"/>
                </a:lnTo>
                <a:lnTo>
                  <a:pt x="0" y="0"/>
                </a:lnTo>
                <a:close/>
              </a:path>
            </a:pathLst>
          </a:custGeom>
          <a:blipFill>
            <a:blip r:embed="rId4">
              <a:alphaModFix amt="19999"/>
            </a:blip>
            <a:stretch>
              <a:fillRect t="-338598" r="-9300" b="-373919"/>
            </a:stretch>
          </a:blipFill>
        </p:spPr>
        <p:txBody>
          <a:bodyPr/>
          <a:lstStyle/>
          <a:p>
            <a:endParaRPr lang="es-CO"/>
          </a:p>
        </p:txBody>
      </p:sp>
      <p:grpSp>
        <p:nvGrpSpPr>
          <p:cNvPr id="5" name="Group 5"/>
          <p:cNvGrpSpPr/>
          <p:nvPr/>
        </p:nvGrpSpPr>
        <p:grpSpPr>
          <a:xfrm>
            <a:off x="11484900" y="2059734"/>
            <a:ext cx="6803100" cy="8227266"/>
            <a:chOff x="0" y="0"/>
            <a:chExt cx="11062970" cy="13378899"/>
          </a:xfrm>
        </p:grpSpPr>
        <p:sp>
          <p:nvSpPr>
            <p:cNvPr id="6" name="Freeform 6"/>
            <p:cNvSpPr/>
            <p:nvPr/>
          </p:nvSpPr>
          <p:spPr>
            <a:xfrm>
              <a:off x="0" y="0"/>
              <a:ext cx="11062970" cy="13378900"/>
            </a:xfrm>
            <a:custGeom>
              <a:avLst/>
              <a:gdLst/>
              <a:ahLst/>
              <a:cxnLst/>
              <a:rect l="l" t="t" r="r" b="b"/>
              <a:pathLst>
                <a:path w="11062970" h="13378900">
                  <a:moveTo>
                    <a:pt x="6649720" y="0"/>
                  </a:moveTo>
                  <a:lnTo>
                    <a:pt x="11062970" y="0"/>
                  </a:lnTo>
                  <a:lnTo>
                    <a:pt x="11062970" y="13378900"/>
                  </a:lnTo>
                  <a:lnTo>
                    <a:pt x="0" y="13378900"/>
                  </a:lnTo>
                  <a:lnTo>
                    <a:pt x="0" y="6701609"/>
                  </a:lnTo>
                  <a:cubicBezTo>
                    <a:pt x="0" y="3000109"/>
                    <a:pt x="2976880" y="0"/>
                    <a:pt x="6649720" y="0"/>
                  </a:cubicBezTo>
                  <a:close/>
                </a:path>
              </a:pathLst>
            </a:custGeom>
            <a:blipFill>
              <a:blip r:embed="rId5"/>
              <a:stretch>
                <a:fillRect l="-10467" r="-10467"/>
              </a:stretch>
            </a:blipFill>
          </p:spPr>
          <p:txBody>
            <a:bodyPr/>
            <a:lstStyle/>
            <a:p>
              <a:endParaRPr lang="es-CO"/>
            </a:p>
          </p:txBody>
        </p:sp>
      </p:grpSp>
      <p:sp>
        <p:nvSpPr>
          <p:cNvPr id="7" name="TextBox 7"/>
          <p:cNvSpPr txBox="1"/>
          <p:nvPr/>
        </p:nvSpPr>
        <p:spPr>
          <a:xfrm>
            <a:off x="3810000" y="2408728"/>
            <a:ext cx="4451229" cy="1543050"/>
          </a:xfrm>
          <a:prstGeom prst="rect">
            <a:avLst/>
          </a:prstGeom>
        </p:spPr>
        <p:txBody>
          <a:bodyPr wrap="square" lIns="0" tIns="0" rIns="0" bIns="0" rtlCol="0" anchor="t">
            <a:spAutoFit/>
          </a:bodyPr>
          <a:lstStyle/>
          <a:p>
            <a:pPr algn="ctr">
              <a:lnSpc>
                <a:spcPts val="12599"/>
              </a:lnSpc>
            </a:pPr>
            <a:r>
              <a:rPr lang="en-US" sz="9000" dirty="0" err="1">
                <a:solidFill>
                  <a:srgbClr val="051B4C"/>
                </a:solidFill>
                <a:latin typeface="Intro"/>
                <a:ea typeface="Intro"/>
                <a:cs typeface="Intro"/>
                <a:sym typeface="Intro"/>
              </a:rPr>
              <a:t>Título</a:t>
            </a:r>
            <a:endParaRPr lang="en-US" sz="9000" dirty="0">
              <a:solidFill>
                <a:srgbClr val="051B4C"/>
              </a:solidFill>
              <a:latin typeface="Intro"/>
              <a:ea typeface="Intro"/>
              <a:cs typeface="Intro"/>
              <a:sym typeface="Intro"/>
            </a:endParaRPr>
          </a:p>
        </p:txBody>
      </p:sp>
      <p:sp>
        <p:nvSpPr>
          <p:cNvPr id="8" name="TextBox 8"/>
          <p:cNvSpPr txBox="1"/>
          <p:nvPr/>
        </p:nvSpPr>
        <p:spPr>
          <a:xfrm>
            <a:off x="1565043" y="3937856"/>
            <a:ext cx="8421217" cy="3334385"/>
          </a:xfrm>
          <a:prstGeom prst="rect">
            <a:avLst/>
          </a:prstGeom>
        </p:spPr>
        <p:txBody>
          <a:bodyPr lIns="0" tIns="0" rIns="0" bIns="0" rtlCol="0" anchor="t">
            <a:spAutoFit/>
          </a:bodyPr>
          <a:lstStyle/>
          <a:p>
            <a:pPr marL="0" lvl="0" indent="0" algn="ctr">
              <a:lnSpc>
                <a:spcPts val="3640"/>
              </a:lnSpc>
              <a:spcBef>
                <a:spcPct val="0"/>
              </a:spcBef>
            </a:pPr>
            <a:r>
              <a:rPr lang="en-US" sz="2600">
                <a:solidFill>
                  <a:srgbClr val="051B4C"/>
                </a:solidFill>
                <a:latin typeface="Prachason Neue"/>
                <a:ea typeface="Prachason Neue"/>
                <a:cs typeface="Prachason Neue"/>
                <a:sym typeface="Prachason Neue"/>
              </a:rPr>
              <a:t>Agregar algo de texto</a:t>
            </a:r>
            <a:r>
              <a:rPr lang="en-US" sz="2600" u="none" strike="noStrike">
                <a:solidFill>
                  <a:srgbClr val="051B4C"/>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194C"/>
        </a:solidFill>
        <a:effectLst/>
      </p:bgPr>
    </p:bg>
    <p:spTree>
      <p:nvGrpSpPr>
        <p:cNvPr id="1" name=""/>
        <p:cNvGrpSpPr/>
        <p:nvPr/>
      </p:nvGrpSpPr>
      <p:grpSpPr>
        <a:xfrm>
          <a:off x="0" y="0"/>
          <a:ext cx="0" cy="0"/>
          <a:chOff x="0" y="0"/>
          <a:chExt cx="0" cy="0"/>
        </a:xfrm>
      </p:grpSpPr>
      <p:sp>
        <p:nvSpPr>
          <p:cNvPr id="2" name="Freeform 2"/>
          <p:cNvSpPr/>
          <p:nvPr/>
        </p:nvSpPr>
        <p:spPr>
          <a:xfrm rot="-10800000">
            <a:off x="0" y="8335413"/>
            <a:ext cx="18288000" cy="1951587"/>
          </a:xfrm>
          <a:custGeom>
            <a:avLst/>
            <a:gdLst/>
            <a:ahLst/>
            <a:cxnLst/>
            <a:rect l="l" t="t" r="r" b="b"/>
            <a:pathLst>
              <a:path w="18288000" h="1951587">
                <a:moveTo>
                  <a:pt x="0" y="0"/>
                </a:moveTo>
                <a:lnTo>
                  <a:pt x="18288000" y="0"/>
                </a:lnTo>
                <a:lnTo>
                  <a:pt x="18288000" y="1951587"/>
                </a:lnTo>
                <a:lnTo>
                  <a:pt x="0" y="1951587"/>
                </a:lnTo>
                <a:lnTo>
                  <a:pt x="0" y="0"/>
                </a:lnTo>
                <a:close/>
              </a:path>
            </a:pathLst>
          </a:custGeom>
          <a:blipFill>
            <a:blip r:embed="rId2">
              <a:alphaModFix amt="30000"/>
            </a:blip>
            <a:stretch>
              <a:fillRect l="-28219" t="-328338" r="-14838" b="-325732"/>
            </a:stretch>
          </a:blipFill>
        </p:spPr>
        <p:txBody>
          <a:bodyPr/>
          <a:lstStyle/>
          <a:p>
            <a:endParaRPr lang="es-CO"/>
          </a:p>
        </p:txBody>
      </p:sp>
      <p:sp>
        <p:nvSpPr>
          <p:cNvPr id="3" name="Freeform 3"/>
          <p:cNvSpPr/>
          <p:nvPr/>
        </p:nvSpPr>
        <p:spPr>
          <a:xfrm>
            <a:off x="14576623" y="209242"/>
            <a:ext cx="2682677" cy="1316882"/>
          </a:xfrm>
          <a:custGeom>
            <a:avLst/>
            <a:gdLst/>
            <a:ahLst/>
            <a:cxnLst/>
            <a:rect l="l" t="t" r="r" b="b"/>
            <a:pathLst>
              <a:path w="2682677" h="1316882">
                <a:moveTo>
                  <a:pt x="0" y="0"/>
                </a:moveTo>
                <a:lnTo>
                  <a:pt x="2682677" y="0"/>
                </a:lnTo>
                <a:lnTo>
                  <a:pt x="2682677" y="1316882"/>
                </a:lnTo>
                <a:lnTo>
                  <a:pt x="0" y="1316882"/>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0820401" y="2328925"/>
            <a:ext cx="4457426" cy="1543050"/>
          </a:xfrm>
          <a:prstGeom prst="rect">
            <a:avLst/>
          </a:prstGeom>
        </p:spPr>
        <p:txBody>
          <a:bodyPr wrap="square" lIns="0" tIns="0" rIns="0" bIns="0" rtlCol="0" anchor="t">
            <a:spAutoFit/>
          </a:bodyPr>
          <a:lstStyle/>
          <a:p>
            <a:pPr algn="ctr">
              <a:lnSpc>
                <a:spcPts val="12599"/>
              </a:lnSpc>
            </a:pPr>
            <a:r>
              <a:rPr lang="en-US" sz="9000" dirty="0" err="1">
                <a:solidFill>
                  <a:srgbClr val="FFFFFF"/>
                </a:solidFill>
                <a:latin typeface="Intro"/>
                <a:ea typeface="Intro"/>
                <a:cs typeface="Intro"/>
                <a:sym typeface="Intro"/>
              </a:rPr>
              <a:t>Título</a:t>
            </a:r>
            <a:endParaRPr lang="en-US" sz="9000" dirty="0">
              <a:solidFill>
                <a:srgbClr val="FFFFFF"/>
              </a:solidFill>
              <a:latin typeface="Intro"/>
              <a:ea typeface="Intro"/>
              <a:cs typeface="Intro"/>
              <a:sym typeface="Intro"/>
            </a:endParaRPr>
          </a:p>
        </p:txBody>
      </p:sp>
      <p:sp>
        <p:nvSpPr>
          <p:cNvPr id="5" name="TextBox 5"/>
          <p:cNvSpPr txBox="1"/>
          <p:nvPr/>
        </p:nvSpPr>
        <p:spPr>
          <a:xfrm>
            <a:off x="9955400" y="3911713"/>
            <a:ext cx="6123404" cy="29305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FFFFFF"/>
                </a:solidFill>
                <a:latin typeface="Prachason Neue"/>
                <a:ea typeface="Prachason Neue"/>
                <a:cs typeface="Prachason Neue"/>
                <a:sym typeface="Prachason Neue"/>
              </a:rPr>
              <a:t>Agregar algo de texto</a:t>
            </a:r>
            <a:r>
              <a:rPr lang="en-US" sz="2000" u="none" strike="noStrike">
                <a:solidFill>
                  <a:srgbClr val="FFFFFF"/>
                </a:solidFill>
                <a:latin typeface="Prachason Neue"/>
                <a:ea typeface="Prachason Neue"/>
                <a:cs typeface="Prachason Neue"/>
                <a:sym typeface="Prachason Neue"/>
              </a:rPr>
              <a:t>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textoAgregar algo de texto</a:t>
            </a:r>
          </a:p>
        </p:txBody>
      </p:sp>
      <p:pic>
        <p:nvPicPr>
          <p:cNvPr id="6" name="Picture 6"/>
          <p:cNvPicPr>
            <a:picLocks noChangeAspect="1"/>
          </p:cNvPicPr>
          <p:nvPr/>
        </p:nvPicPr>
        <p:blipFill>
          <a:blip r:embed="rId4"/>
          <a:stretch>
            <a:fillRect/>
          </a:stretch>
        </p:blipFill>
        <p:spPr>
          <a:xfrm>
            <a:off x="1060243" y="696015"/>
            <a:ext cx="8289428" cy="83338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114800" y="4177391"/>
            <a:ext cx="10287000" cy="1932217"/>
          </a:xfrm>
          <a:custGeom>
            <a:avLst/>
            <a:gdLst/>
            <a:ahLst/>
            <a:cxnLst/>
            <a:rect l="l" t="t" r="r" b="b"/>
            <a:pathLst>
              <a:path w="10287000" h="1932217">
                <a:moveTo>
                  <a:pt x="0" y="0"/>
                </a:moveTo>
                <a:lnTo>
                  <a:pt x="10287000" y="0"/>
                </a:lnTo>
                <a:lnTo>
                  <a:pt x="10287000" y="1932218"/>
                </a:lnTo>
                <a:lnTo>
                  <a:pt x="0" y="1932218"/>
                </a:lnTo>
                <a:lnTo>
                  <a:pt x="0" y="0"/>
                </a:lnTo>
                <a:close/>
              </a:path>
            </a:pathLst>
          </a:custGeom>
          <a:blipFill>
            <a:blip r:embed="rId2">
              <a:alphaModFix amt="21999"/>
            </a:blip>
            <a:stretch>
              <a:fillRect r="-33259" b="-299073"/>
            </a:stretch>
          </a:blipFill>
        </p:spPr>
        <p:txBody>
          <a:bodyPr/>
          <a:lstStyle/>
          <a:p>
            <a:endParaRPr lang="es-CO"/>
          </a:p>
        </p:txBody>
      </p:sp>
      <p:sp>
        <p:nvSpPr>
          <p:cNvPr id="3" name="Freeform 3"/>
          <p:cNvSpPr/>
          <p:nvPr/>
        </p:nvSpPr>
        <p:spPr>
          <a:xfrm>
            <a:off x="372225" y="234717"/>
            <a:ext cx="9035310" cy="9385658"/>
          </a:xfrm>
          <a:custGeom>
            <a:avLst/>
            <a:gdLst/>
            <a:ahLst/>
            <a:cxnLst/>
            <a:rect l="l" t="t" r="r" b="b"/>
            <a:pathLst>
              <a:path w="9035310" h="9385658">
                <a:moveTo>
                  <a:pt x="0" y="0"/>
                </a:moveTo>
                <a:lnTo>
                  <a:pt x="9035309" y="0"/>
                </a:lnTo>
                <a:lnTo>
                  <a:pt x="9035309" y="9385658"/>
                </a:lnTo>
                <a:lnTo>
                  <a:pt x="0" y="9385658"/>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6629400" y="3237801"/>
            <a:ext cx="11008062" cy="3036591"/>
          </a:xfrm>
          <a:prstGeom prst="rect">
            <a:avLst/>
          </a:prstGeom>
        </p:spPr>
        <p:txBody>
          <a:bodyPr wrap="square" lIns="0" tIns="0" rIns="0" bIns="0" rtlCol="0" anchor="t">
            <a:spAutoFit/>
          </a:bodyPr>
          <a:lstStyle/>
          <a:p>
            <a:pPr algn="ctr">
              <a:lnSpc>
                <a:spcPts val="24778"/>
              </a:lnSpc>
            </a:pPr>
            <a:r>
              <a:rPr lang="en-US" sz="17699" dirty="0">
                <a:gradFill>
                  <a:gsLst>
                    <a:gs pos="0">
                      <a:srgbClr val="081944">
                        <a:alpha val="100000"/>
                      </a:srgbClr>
                    </a:gs>
                    <a:gs pos="100000">
                      <a:srgbClr val="6C24AB">
                        <a:alpha val="100000"/>
                      </a:srgbClr>
                    </a:gs>
                  </a:gsLst>
                  <a:lin ang="0"/>
                </a:gradFill>
                <a:latin typeface="Intro"/>
                <a:ea typeface="Intro"/>
                <a:cs typeface="Intro"/>
                <a:sym typeface="Intro"/>
              </a:rPr>
              <a:t>GRACIAS</a:t>
            </a:r>
          </a:p>
        </p:txBody>
      </p:sp>
      <p:sp>
        <p:nvSpPr>
          <p:cNvPr id="5" name="TextBox 5"/>
          <p:cNvSpPr txBox="1"/>
          <p:nvPr/>
        </p:nvSpPr>
        <p:spPr>
          <a:xfrm>
            <a:off x="8894283" y="5883867"/>
            <a:ext cx="6712990" cy="1161097"/>
          </a:xfrm>
          <a:prstGeom prst="rect">
            <a:avLst/>
          </a:prstGeom>
        </p:spPr>
        <p:txBody>
          <a:bodyPr lIns="0" tIns="0" rIns="0" bIns="0" rtlCol="0" anchor="t">
            <a:spAutoFit/>
          </a:bodyPr>
          <a:lstStyle/>
          <a:p>
            <a:pPr algn="l">
              <a:lnSpc>
                <a:spcPts val="7140"/>
              </a:lnSpc>
            </a:pPr>
            <a:r>
              <a:rPr lang="en-US" sz="5100" b="1">
                <a:solidFill>
                  <a:srgbClr val="051B4C"/>
                </a:solidFill>
                <a:latin typeface="Prachason Neue Bold"/>
                <a:ea typeface="Prachason Neue Bold"/>
                <a:cs typeface="Prachason Neue Bold"/>
                <a:sym typeface="Prachason Neue Bold"/>
              </a:rPr>
              <a:t>Agregar un subtítulo</a:t>
            </a:r>
          </a:p>
        </p:txBody>
      </p:sp>
      <p:grpSp>
        <p:nvGrpSpPr>
          <p:cNvPr id="6" name="Group 6"/>
          <p:cNvGrpSpPr/>
          <p:nvPr/>
        </p:nvGrpSpPr>
        <p:grpSpPr>
          <a:xfrm rot="-10735825">
            <a:off x="16221860" y="16155"/>
            <a:ext cx="2040262" cy="2791699"/>
            <a:chOff x="0" y="0"/>
            <a:chExt cx="2720349" cy="3722265"/>
          </a:xfrm>
        </p:grpSpPr>
        <p:grpSp>
          <p:nvGrpSpPr>
            <p:cNvPr id="7" name="Group 7"/>
            <p:cNvGrpSpPr/>
            <p:nvPr/>
          </p:nvGrpSpPr>
          <p:grpSpPr>
            <a:xfrm rot="-10800000">
              <a:off x="1094114" y="2907011"/>
              <a:ext cx="815305" cy="815254"/>
              <a:chOff x="0" y="0"/>
              <a:chExt cx="1033370" cy="1033387"/>
            </a:xfrm>
          </p:grpSpPr>
          <p:sp>
            <p:nvSpPr>
              <p:cNvPr id="8" name="Freeform 8"/>
              <p:cNvSpPr/>
              <p:nvPr/>
            </p:nvSpPr>
            <p:spPr>
              <a:xfrm>
                <a:off x="0" y="0"/>
                <a:ext cx="1033370" cy="1033387"/>
              </a:xfrm>
              <a:custGeom>
                <a:avLst/>
                <a:gdLst/>
                <a:ahLst/>
                <a:cxnLst/>
                <a:rect l="l" t="t" r="r" b="b"/>
                <a:pathLst>
                  <a:path w="1033370" h="1033387">
                    <a:moveTo>
                      <a:pt x="1033370" y="193016"/>
                    </a:moveTo>
                    <a:lnTo>
                      <a:pt x="1033370" y="840371"/>
                    </a:lnTo>
                    <a:cubicBezTo>
                      <a:pt x="1033370" y="946971"/>
                      <a:pt x="946953" y="1033387"/>
                      <a:pt x="840354" y="1033387"/>
                    </a:cubicBezTo>
                    <a:lnTo>
                      <a:pt x="193016" y="1033387"/>
                    </a:lnTo>
                    <a:cubicBezTo>
                      <a:pt x="86416" y="1033387"/>
                      <a:pt x="0" y="946971"/>
                      <a:pt x="0" y="840371"/>
                    </a:cubicBezTo>
                    <a:lnTo>
                      <a:pt x="0" y="193016"/>
                    </a:lnTo>
                    <a:cubicBezTo>
                      <a:pt x="0" y="86416"/>
                      <a:pt x="86416" y="0"/>
                      <a:pt x="193016" y="0"/>
                    </a:cubicBezTo>
                    <a:lnTo>
                      <a:pt x="840354" y="0"/>
                    </a:lnTo>
                    <a:cubicBezTo>
                      <a:pt x="946953" y="0"/>
                      <a:pt x="1033370" y="86416"/>
                      <a:pt x="1033370" y="193016"/>
                    </a:cubicBezTo>
                    <a:close/>
                  </a:path>
                </a:pathLst>
              </a:custGeom>
              <a:solidFill>
                <a:srgbClr val="6E2EAC"/>
              </a:solidFill>
            </p:spPr>
            <p:txBody>
              <a:bodyPr/>
              <a:lstStyle/>
              <a:p>
                <a:endParaRPr lang="es-CO"/>
              </a:p>
            </p:txBody>
          </p:sp>
          <p:sp>
            <p:nvSpPr>
              <p:cNvPr id="9" name="TextBox 9"/>
              <p:cNvSpPr txBox="1"/>
              <p:nvPr/>
            </p:nvSpPr>
            <p:spPr>
              <a:xfrm>
                <a:off x="0" y="-57150"/>
                <a:ext cx="1033370" cy="1090537"/>
              </a:xfrm>
              <a:prstGeom prst="rect">
                <a:avLst/>
              </a:prstGeom>
            </p:spPr>
            <p:txBody>
              <a:bodyPr lIns="38380" tIns="38380" rIns="38380" bIns="38380" rtlCol="0" anchor="ctr"/>
              <a:lstStyle/>
              <a:p>
                <a:pPr algn="ctr">
                  <a:lnSpc>
                    <a:spcPts val="3639"/>
                  </a:lnSpc>
                  <a:spcBef>
                    <a:spcPct val="0"/>
                  </a:spcBef>
                </a:pPr>
                <a:endParaRPr/>
              </a:p>
            </p:txBody>
          </p:sp>
        </p:grpSp>
        <p:grpSp>
          <p:nvGrpSpPr>
            <p:cNvPr id="10" name="Group 10"/>
            <p:cNvGrpSpPr/>
            <p:nvPr/>
          </p:nvGrpSpPr>
          <p:grpSpPr>
            <a:xfrm rot="-10800000">
              <a:off x="0" y="1859302"/>
              <a:ext cx="815305" cy="815254"/>
              <a:chOff x="0" y="0"/>
              <a:chExt cx="1033370" cy="1033387"/>
            </a:xfrm>
          </p:grpSpPr>
          <p:sp>
            <p:nvSpPr>
              <p:cNvPr id="11" name="Freeform 11"/>
              <p:cNvSpPr/>
              <p:nvPr/>
            </p:nvSpPr>
            <p:spPr>
              <a:xfrm>
                <a:off x="0" y="0"/>
                <a:ext cx="1033370" cy="1033387"/>
              </a:xfrm>
              <a:custGeom>
                <a:avLst/>
                <a:gdLst/>
                <a:ahLst/>
                <a:cxnLst/>
                <a:rect l="l" t="t" r="r" b="b"/>
                <a:pathLst>
                  <a:path w="1033370" h="1033387">
                    <a:moveTo>
                      <a:pt x="1033370" y="193016"/>
                    </a:moveTo>
                    <a:lnTo>
                      <a:pt x="1033370" y="840371"/>
                    </a:lnTo>
                    <a:cubicBezTo>
                      <a:pt x="1033370" y="946971"/>
                      <a:pt x="946953" y="1033387"/>
                      <a:pt x="840354" y="1033387"/>
                    </a:cubicBezTo>
                    <a:lnTo>
                      <a:pt x="193016" y="1033387"/>
                    </a:lnTo>
                    <a:cubicBezTo>
                      <a:pt x="86416" y="1033387"/>
                      <a:pt x="0" y="946971"/>
                      <a:pt x="0" y="840371"/>
                    </a:cubicBezTo>
                    <a:lnTo>
                      <a:pt x="0" y="193016"/>
                    </a:lnTo>
                    <a:cubicBezTo>
                      <a:pt x="0" y="86416"/>
                      <a:pt x="86416" y="0"/>
                      <a:pt x="193016" y="0"/>
                    </a:cubicBezTo>
                    <a:lnTo>
                      <a:pt x="840354" y="0"/>
                    </a:lnTo>
                    <a:cubicBezTo>
                      <a:pt x="946953" y="0"/>
                      <a:pt x="1033370" y="86416"/>
                      <a:pt x="1033370" y="193016"/>
                    </a:cubicBezTo>
                    <a:close/>
                  </a:path>
                </a:pathLst>
              </a:custGeom>
              <a:solidFill>
                <a:srgbClr val="612C9E"/>
              </a:solidFill>
            </p:spPr>
            <p:txBody>
              <a:bodyPr/>
              <a:lstStyle/>
              <a:p>
                <a:endParaRPr lang="es-CO"/>
              </a:p>
            </p:txBody>
          </p:sp>
          <p:sp>
            <p:nvSpPr>
              <p:cNvPr id="12" name="TextBox 12"/>
              <p:cNvSpPr txBox="1"/>
              <p:nvPr/>
            </p:nvSpPr>
            <p:spPr>
              <a:xfrm>
                <a:off x="0" y="-57150"/>
                <a:ext cx="1033370" cy="1090537"/>
              </a:xfrm>
              <a:prstGeom prst="rect">
                <a:avLst/>
              </a:prstGeom>
            </p:spPr>
            <p:txBody>
              <a:bodyPr lIns="38380" tIns="38380" rIns="38380" bIns="38380" rtlCol="0" anchor="ctr"/>
              <a:lstStyle/>
              <a:p>
                <a:pPr algn="ctr">
                  <a:lnSpc>
                    <a:spcPts val="3639"/>
                  </a:lnSpc>
                  <a:spcBef>
                    <a:spcPct val="0"/>
                  </a:spcBef>
                </a:pPr>
                <a:endParaRPr/>
              </a:p>
            </p:txBody>
          </p:sp>
        </p:grpSp>
        <p:grpSp>
          <p:nvGrpSpPr>
            <p:cNvPr id="13" name="Group 13"/>
            <p:cNvGrpSpPr/>
            <p:nvPr/>
          </p:nvGrpSpPr>
          <p:grpSpPr>
            <a:xfrm rot="-10800000">
              <a:off x="1107411" y="1977587"/>
              <a:ext cx="664848" cy="670374"/>
              <a:chOff x="0" y="0"/>
              <a:chExt cx="842671" cy="849742"/>
            </a:xfrm>
          </p:grpSpPr>
          <p:sp>
            <p:nvSpPr>
              <p:cNvPr id="14" name="Freeform 14"/>
              <p:cNvSpPr/>
              <p:nvPr/>
            </p:nvSpPr>
            <p:spPr>
              <a:xfrm>
                <a:off x="0" y="0"/>
                <a:ext cx="842671" cy="849742"/>
              </a:xfrm>
              <a:custGeom>
                <a:avLst/>
                <a:gdLst/>
                <a:ahLst/>
                <a:cxnLst/>
                <a:rect l="l" t="t" r="r" b="b"/>
                <a:pathLst>
                  <a:path w="842671" h="849742">
                    <a:moveTo>
                      <a:pt x="842671" y="236696"/>
                    </a:moveTo>
                    <a:lnTo>
                      <a:pt x="842671" y="613046"/>
                    </a:lnTo>
                    <a:cubicBezTo>
                      <a:pt x="842671" y="675821"/>
                      <a:pt x="817734" y="736026"/>
                      <a:pt x="773344" y="780415"/>
                    </a:cubicBezTo>
                    <a:cubicBezTo>
                      <a:pt x="728955" y="824804"/>
                      <a:pt x="668751" y="849742"/>
                      <a:pt x="605975" y="849742"/>
                    </a:cubicBezTo>
                    <a:lnTo>
                      <a:pt x="236696" y="849742"/>
                    </a:lnTo>
                    <a:cubicBezTo>
                      <a:pt x="173920" y="849742"/>
                      <a:pt x="113716" y="824804"/>
                      <a:pt x="69327" y="780415"/>
                    </a:cubicBezTo>
                    <a:cubicBezTo>
                      <a:pt x="24938" y="736026"/>
                      <a:pt x="0" y="675821"/>
                      <a:pt x="0" y="613046"/>
                    </a:cubicBezTo>
                    <a:lnTo>
                      <a:pt x="0" y="236696"/>
                    </a:lnTo>
                    <a:cubicBezTo>
                      <a:pt x="0" y="173920"/>
                      <a:pt x="24938" y="113716"/>
                      <a:pt x="69327" y="69327"/>
                    </a:cubicBezTo>
                    <a:cubicBezTo>
                      <a:pt x="113716" y="24938"/>
                      <a:pt x="173920" y="0"/>
                      <a:pt x="236696" y="0"/>
                    </a:cubicBezTo>
                    <a:lnTo>
                      <a:pt x="605975" y="0"/>
                    </a:lnTo>
                    <a:cubicBezTo>
                      <a:pt x="668751" y="0"/>
                      <a:pt x="728955" y="24938"/>
                      <a:pt x="773344" y="69327"/>
                    </a:cubicBezTo>
                    <a:cubicBezTo>
                      <a:pt x="817734" y="113716"/>
                      <a:pt x="842671" y="173920"/>
                      <a:pt x="842671" y="236696"/>
                    </a:cubicBezTo>
                    <a:close/>
                  </a:path>
                </a:pathLst>
              </a:custGeom>
              <a:solidFill>
                <a:srgbClr val="612C9E"/>
              </a:solidFill>
            </p:spPr>
            <p:txBody>
              <a:bodyPr/>
              <a:lstStyle/>
              <a:p>
                <a:endParaRPr lang="es-CO"/>
              </a:p>
            </p:txBody>
          </p:sp>
          <p:sp>
            <p:nvSpPr>
              <p:cNvPr id="15" name="TextBox 15"/>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nvGrpSpPr>
            <p:cNvPr id="16" name="Group 16"/>
            <p:cNvGrpSpPr/>
            <p:nvPr/>
          </p:nvGrpSpPr>
          <p:grpSpPr>
            <a:xfrm rot="-10800000">
              <a:off x="123861" y="2952856"/>
              <a:ext cx="664848" cy="670374"/>
              <a:chOff x="0" y="0"/>
              <a:chExt cx="842671" cy="849742"/>
            </a:xfrm>
          </p:grpSpPr>
          <p:sp>
            <p:nvSpPr>
              <p:cNvPr id="17" name="Freeform 17"/>
              <p:cNvSpPr/>
              <p:nvPr/>
            </p:nvSpPr>
            <p:spPr>
              <a:xfrm>
                <a:off x="0" y="0"/>
                <a:ext cx="842671" cy="849742"/>
              </a:xfrm>
              <a:custGeom>
                <a:avLst/>
                <a:gdLst/>
                <a:ahLst/>
                <a:cxnLst/>
                <a:rect l="l" t="t" r="r" b="b"/>
                <a:pathLst>
                  <a:path w="842671" h="849742">
                    <a:moveTo>
                      <a:pt x="842671" y="236696"/>
                    </a:moveTo>
                    <a:lnTo>
                      <a:pt x="842671" y="613046"/>
                    </a:lnTo>
                    <a:cubicBezTo>
                      <a:pt x="842671" y="675821"/>
                      <a:pt x="817734" y="736026"/>
                      <a:pt x="773344" y="780415"/>
                    </a:cubicBezTo>
                    <a:cubicBezTo>
                      <a:pt x="728955" y="824804"/>
                      <a:pt x="668751" y="849742"/>
                      <a:pt x="605975" y="849742"/>
                    </a:cubicBezTo>
                    <a:lnTo>
                      <a:pt x="236696" y="849742"/>
                    </a:lnTo>
                    <a:cubicBezTo>
                      <a:pt x="173920" y="849742"/>
                      <a:pt x="113716" y="824804"/>
                      <a:pt x="69327" y="780415"/>
                    </a:cubicBezTo>
                    <a:cubicBezTo>
                      <a:pt x="24938" y="736026"/>
                      <a:pt x="0" y="675821"/>
                      <a:pt x="0" y="613046"/>
                    </a:cubicBezTo>
                    <a:lnTo>
                      <a:pt x="0" y="236696"/>
                    </a:lnTo>
                    <a:cubicBezTo>
                      <a:pt x="0" y="173920"/>
                      <a:pt x="24938" y="113716"/>
                      <a:pt x="69327" y="69327"/>
                    </a:cubicBezTo>
                    <a:cubicBezTo>
                      <a:pt x="113716" y="24938"/>
                      <a:pt x="173920" y="0"/>
                      <a:pt x="236696" y="0"/>
                    </a:cubicBezTo>
                    <a:lnTo>
                      <a:pt x="605975" y="0"/>
                    </a:lnTo>
                    <a:cubicBezTo>
                      <a:pt x="668751" y="0"/>
                      <a:pt x="728955" y="24938"/>
                      <a:pt x="773344" y="69327"/>
                    </a:cubicBezTo>
                    <a:cubicBezTo>
                      <a:pt x="817734" y="113716"/>
                      <a:pt x="842671" y="173920"/>
                      <a:pt x="842671" y="236696"/>
                    </a:cubicBezTo>
                    <a:close/>
                  </a:path>
                </a:pathLst>
              </a:custGeom>
              <a:solidFill>
                <a:srgbClr val="06194C"/>
              </a:solidFill>
            </p:spPr>
            <p:txBody>
              <a:bodyPr/>
              <a:lstStyle/>
              <a:p>
                <a:endParaRPr lang="es-CO"/>
              </a:p>
            </p:txBody>
          </p:sp>
          <p:sp>
            <p:nvSpPr>
              <p:cNvPr id="18" name="TextBox 18"/>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nvGrpSpPr>
            <p:cNvPr id="19" name="Group 19"/>
            <p:cNvGrpSpPr/>
            <p:nvPr/>
          </p:nvGrpSpPr>
          <p:grpSpPr>
            <a:xfrm rot="-10800000">
              <a:off x="1178683" y="998720"/>
              <a:ext cx="522305" cy="526646"/>
              <a:chOff x="0" y="0"/>
              <a:chExt cx="842671" cy="849742"/>
            </a:xfrm>
          </p:grpSpPr>
          <p:sp>
            <p:nvSpPr>
              <p:cNvPr id="20" name="Freeform 20"/>
              <p:cNvSpPr/>
              <p:nvPr/>
            </p:nvSpPr>
            <p:spPr>
              <a:xfrm>
                <a:off x="0" y="0"/>
                <a:ext cx="842671" cy="849742"/>
              </a:xfrm>
              <a:custGeom>
                <a:avLst/>
                <a:gdLst/>
                <a:ahLst/>
                <a:cxnLst/>
                <a:rect l="l" t="t" r="r" b="b"/>
                <a:pathLst>
                  <a:path w="842671" h="849742">
                    <a:moveTo>
                      <a:pt x="842671" y="301293"/>
                    </a:moveTo>
                    <a:lnTo>
                      <a:pt x="842671" y="548449"/>
                    </a:lnTo>
                    <a:cubicBezTo>
                      <a:pt x="842671" y="628357"/>
                      <a:pt x="810928" y="704992"/>
                      <a:pt x="754424" y="761495"/>
                    </a:cubicBezTo>
                    <a:cubicBezTo>
                      <a:pt x="697921" y="817999"/>
                      <a:pt x="621286" y="849742"/>
                      <a:pt x="541378" y="849742"/>
                    </a:cubicBezTo>
                    <a:lnTo>
                      <a:pt x="301293" y="849742"/>
                    </a:lnTo>
                    <a:cubicBezTo>
                      <a:pt x="134894" y="849742"/>
                      <a:pt x="0" y="714848"/>
                      <a:pt x="0" y="548449"/>
                    </a:cubicBezTo>
                    <a:lnTo>
                      <a:pt x="0" y="301293"/>
                    </a:lnTo>
                    <a:cubicBezTo>
                      <a:pt x="0" y="134894"/>
                      <a:pt x="134894" y="0"/>
                      <a:pt x="301293" y="0"/>
                    </a:cubicBezTo>
                    <a:lnTo>
                      <a:pt x="541378" y="0"/>
                    </a:lnTo>
                    <a:cubicBezTo>
                      <a:pt x="707778" y="0"/>
                      <a:pt x="842671" y="134894"/>
                      <a:pt x="842671" y="301293"/>
                    </a:cubicBezTo>
                    <a:close/>
                  </a:path>
                </a:pathLst>
              </a:custGeom>
              <a:solidFill>
                <a:srgbClr val="612C9E"/>
              </a:solidFill>
            </p:spPr>
            <p:txBody>
              <a:bodyPr/>
              <a:lstStyle/>
              <a:p>
                <a:endParaRPr lang="es-CO"/>
              </a:p>
            </p:txBody>
          </p:sp>
          <p:sp>
            <p:nvSpPr>
              <p:cNvPr id="21" name="TextBox 21"/>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nvGrpSpPr>
            <p:cNvPr id="22" name="Group 22"/>
            <p:cNvGrpSpPr/>
            <p:nvPr/>
          </p:nvGrpSpPr>
          <p:grpSpPr>
            <a:xfrm rot="-10800000">
              <a:off x="1247868" y="79811"/>
              <a:ext cx="253899" cy="256009"/>
              <a:chOff x="0" y="0"/>
              <a:chExt cx="842671" cy="849742"/>
            </a:xfrm>
          </p:grpSpPr>
          <p:sp>
            <p:nvSpPr>
              <p:cNvPr id="23" name="Freeform 23"/>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solidFill>
            </p:spPr>
            <p:txBody>
              <a:bodyPr/>
              <a:lstStyle/>
              <a:p>
                <a:endParaRPr lang="es-CO"/>
              </a:p>
            </p:txBody>
          </p:sp>
          <p:sp>
            <p:nvSpPr>
              <p:cNvPr id="24" name="TextBox 24"/>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nvGrpSpPr>
            <p:cNvPr id="25" name="Group 25"/>
            <p:cNvGrpSpPr/>
            <p:nvPr/>
          </p:nvGrpSpPr>
          <p:grpSpPr>
            <a:xfrm rot="-10800000">
              <a:off x="2258655" y="1162223"/>
              <a:ext cx="197995" cy="199640"/>
              <a:chOff x="0" y="0"/>
              <a:chExt cx="842671" cy="849742"/>
            </a:xfrm>
          </p:grpSpPr>
          <p:sp>
            <p:nvSpPr>
              <p:cNvPr id="26" name="Freeform 26"/>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solidFill>
            </p:spPr>
            <p:txBody>
              <a:bodyPr/>
              <a:lstStyle/>
              <a:p>
                <a:endParaRPr lang="es-CO"/>
              </a:p>
            </p:txBody>
          </p:sp>
          <p:sp>
            <p:nvSpPr>
              <p:cNvPr id="27" name="TextBox 27"/>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nvGrpSpPr>
            <p:cNvPr id="28" name="Group 28"/>
            <p:cNvGrpSpPr/>
            <p:nvPr/>
          </p:nvGrpSpPr>
          <p:grpSpPr>
            <a:xfrm rot="-10800000">
              <a:off x="0" y="876247"/>
              <a:ext cx="771640" cy="771592"/>
              <a:chOff x="0" y="0"/>
              <a:chExt cx="1033370" cy="1033387"/>
            </a:xfrm>
          </p:grpSpPr>
          <p:sp>
            <p:nvSpPr>
              <p:cNvPr id="29" name="Freeform 29"/>
              <p:cNvSpPr/>
              <p:nvPr/>
            </p:nvSpPr>
            <p:spPr>
              <a:xfrm>
                <a:off x="0" y="0"/>
                <a:ext cx="1033370" cy="1033387"/>
              </a:xfrm>
              <a:custGeom>
                <a:avLst/>
                <a:gdLst/>
                <a:ahLst/>
                <a:cxnLst/>
                <a:rect l="l" t="t" r="r" b="b"/>
                <a:pathLst>
                  <a:path w="1033370" h="1033387">
                    <a:moveTo>
                      <a:pt x="1033370" y="203939"/>
                    </a:moveTo>
                    <a:lnTo>
                      <a:pt x="1033370" y="829449"/>
                    </a:lnTo>
                    <a:cubicBezTo>
                      <a:pt x="1033370" y="942081"/>
                      <a:pt x="942063" y="1033387"/>
                      <a:pt x="829431" y="1033387"/>
                    </a:cubicBezTo>
                    <a:lnTo>
                      <a:pt x="203939" y="1033387"/>
                    </a:lnTo>
                    <a:cubicBezTo>
                      <a:pt x="91306" y="1033387"/>
                      <a:pt x="0" y="942081"/>
                      <a:pt x="0" y="829449"/>
                    </a:cubicBezTo>
                    <a:lnTo>
                      <a:pt x="0" y="203939"/>
                    </a:lnTo>
                    <a:cubicBezTo>
                      <a:pt x="0" y="91306"/>
                      <a:pt x="91306" y="0"/>
                      <a:pt x="203939" y="0"/>
                    </a:cubicBezTo>
                    <a:lnTo>
                      <a:pt x="829431" y="0"/>
                    </a:lnTo>
                    <a:cubicBezTo>
                      <a:pt x="942063" y="0"/>
                      <a:pt x="1033370" y="91306"/>
                      <a:pt x="1033370" y="203939"/>
                    </a:cubicBezTo>
                    <a:close/>
                  </a:path>
                </a:pathLst>
              </a:custGeom>
              <a:solidFill>
                <a:srgbClr val="612C9E"/>
              </a:solidFill>
            </p:spPr>
            <p:txBody>
              <a:bodyPr/>
              <a:lstStyle/>
              <a:p>
                <a:endParaRPr lang="es-CO"/>
              </a:p>
            </p:txBody>
          </p:sp>
          <p:sp>
            <p:nvSpPr>
              <p:cNvPr id="30" name="TextBox 30"/>
              <p:cNvSpPr txBox="1"/>
              <p:nvPr/>
            </p:nvSpPr>
            <p:spPr>
              <a:xfrm>
                <a:off x="0" y="-57150"/>
                <a:ext cx="1033370" cy="1090537"/>
              </a:xfrm>
              <a:prstGeom prst="rect">
                <a:avLst/>
              </a:prstGeom>
            </p:spPr>
            <p:txBody>
              <a:bodyPr lIns="38380" tIns="38380" rIns="38380" bIns="38380" rtlCol="0" anchor="ctr"/>
              <a:lstStyle/>
              <a:p>
                <a:pPr algn="ctr">
                  <a:lnSpc>
                    <a:spcPts val="3639"/>
                  </a:lnSpc>
                  <a:spcBef>
                    <a:spcPct val="0"/>
                  </a:spcBef>
                </a:pPr>
                <a:endParaRPr/>
              </a:p>
            </p:txBody>
          </p:sp>
        </p:grpSp>
        <p:grpSp>
          <p:nvGrpSpPr>
            <p:cNvPr id="31" name="Group 31"/>
            <p:cNvGrpSpPr/>
            <p:nvPr/>
          </p:nvGrpSpPr>
          <p:grpSpPr>
            <a:xfrm rot="-10800000">
              <a:off x="100573" y="0"/>
              <a:ext cx="522305" cy="526646"/>
              <a:chOff x="0" y="0"/>
              <a:chExt cx="842671" cy="849742"/>
            </a:xfrm>
          </p:grpSpPr>
          <p:sp>
            <p:nvSpPr>
              <p:cNvPr id="32" name="Freeform 32"/>
              <p:cNvSpPr/>
              <p:nvPr/>
            </p:nvSpPr>
            <p:spPr>
              <a:xfrm>
                <a:off x="0" y="0"/>
                <a:ext cx="842671" cy="849742"/>
              </a:xfrm>
              <a:custGeom>
                <a:avLst/>
                <a:gdLst/>
                <a:ahLst/>
                <a:cxnLst/>
                <a:rect l="l" t="t" r="r" b="b"/>
                <a:pathLst>
                  <a:path w="842671" h="849742">
                    <a:moveTo>
                      <a:pt x="842671" y="301293"/>
                    </a:moveTo>
                    <a:lnTo>
                      <a:pt x="842671" y="548449"/>
                    </a:lnTo>
                    <a:cubicBezTo>
                      <a:pt x="842671" y="628357"/>
                      <a:pt x="810928" y="704992"/>
                      <a:pt x="754424" y="761495"/>
                    </a:cubicBezTo>
                    <a:cubicBezTo>
                      <a:pt x="697921" y="817999"/>
                      <a:pt x="621286" y="849742"/>
                      <a:pt x="541378" y="849742"/>
                    </a:cubicBezTo>
                    <a:lnTo>
                      <a:pt x="301293" y="849742"/>
                    </a:lnTo>
                    <a:cubicBezTo>
                      <a:pt x="134894" y="849742"/>
                      <a:pt x="0" y="714848"/>
                      <a:pt x="0" y="548449"/>
                    </a:cubicBezTo>
                    <a:lnTo>
                      <a:pt x="0" y="301293"/>
                    </a:lnTo>
                    <a:cubicBezTo>
                      <a:pt x="0" y="134894"/>
                      <a:pt x="134894" y="0"/>
                      <a:pt x="301293" y="0"/>
                    </a:cubicBezTo>
                    <a:lnTo>
                      <a:pt x="541378" y="0"/>
                    </a:lnTo>
                    <a:cubicBezTo>
                      <a:pt x="707778" y="0"/>
                      <a:pt x="842671" y="134894"/>
                      <a:pt x="842671" y="301293"/>
                    </a:cubicBezTo>
                    <a:close/>
                  </a:path>
                </a:pathLst>
              </a:custGeom>
              <a:solidFill>
                <a:srgbClr val="06194C"/>
              </a:solidFill>
            </p:spPr>
            <p:txBody>
              <a:bodyPr/>
              <a:lstStyle/>
              <a:p>
                <a:endParaRPr lang="es-CO"/>
              </a:p>
            </p:txBody>
          </p:sp>
          <p:sp>
            <p:nvSpPr>
              <p:cNvPr id="33" name="TextBox 33"/>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nvGrpSpPr>
            <p:cNvPr id="34" name="Group 34"/>
            <p:cNvGrpSpPr/>
            <p:nvPr/>
          </p:nvGrpSpPr>
          <p:grpSpPr>
            <a:xfrm rot="-10800000">
              <a:off x="2198044" y="2057776"/>
              <a:ext cx="522305" cy="526646"/>
              <a:chOff x="0" y="0"/>
              <a:chExt cx="842671" cy="849742"/>
            </a:xfrm>
          </p:grpSpPr>
          <p:sp>
            <p:nvSpPr>
              <p:cNvPr id="35" name="Freeform 35"/>
              <p:cNvSpPr/>
              <p:nvPr/>
            </p:nvSpPr>
            <p:spPr>
              <a:xfrm>
                <a:off x="0" y="0"/>
                <a:ext cx="842671" cy="849742"/>
              </a:xfrm>
              <a:custGeom>
                <a:avLst/>
                <a:gdLst/>
                <a:ahLst/>
                <a:cxnLst/>
                <a:rect l="l" t="t" r="r" b="b"/>
                <a:pathLst>
                  <a:path w="842671" h="849742">
                    <a:moveTo>
                      <a:pt x="842671" y="301293"/>
                    </a:moveTo>
                    <a:lnTo>
                      <a:pt x="842671" y="548449"/>
                    </a:lnTo>
                    <a:cubicBezTo>
                      <a:pt x="842671" y="628357"/>
                      <a:pt x="810928" y="704992"/>
                      <a:pt x="754424" y="761495"/>
                    </a:cubicBezTo>
                    <a:cubicBezTo>
                      <a:pt x="697921" y="817999"/>
                      <a:pt x="621286" y="849742"/>
                      <a:pt x="541378" y="849742"/>
                    </a:cubicBezTo>
                    <a:lnTo>
                      <a:pt x="301293" y="849742"/>
                    </a:lnTo>
                    <a:cubicBezTo>
                      <a:pt x="134894" y="849742"/>
                      <a:pt x="0" y="714848"/>
                      <a:pt x="0" y="548449"/>
                    </a:cubicBezTo>
                    <a:lnTo>
                      <a:pt x="0" y="301293"/>
                    </a:lnTo>
                    <a:cubicBezTo>
                      <a:pt x="0" y="134894"/>
                      <a:pt x="134894" y="0"/>
                      <a:pt x="301293" y="0"/>
                    </a:cubicBezTo>
                    <a:lnTo>
                      <a:pt x="541378" y="0"/>
                    </a:lnTo>
                    <a:cubicBezTo>
                      <a:pt x="707778" y="0"/>
                      <a:pt x="842671" y="134894"/>
                      <a:pt x="842671" y="301293"/>
                    </a:cubicBezTo>
                    <a:close/>
                  </a:path>
                </a:pathLst>
              </a:custGeom>
              <a:solidFill>
                <a:srgbClr val="47258E"/>
              </a:solidFill>
            </p:spPr>
            <p:txBody>
              <a:bodyPr/>
              <a:lstStyle/>
              <a:p>
                <a:endParaRPr lang="es-CO"/>
              </a:p>
            </p:txBody>
          </p:sp>
          <p:sp>
            <p:nvSpPr>
              <p:cNvPr id="36" name="TextBox 36"/>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nvGrpSpPr>
            <p:cNvPr id="37" name="Group 37"/>
            <p:cNvGrpSpPr/>
            <p:nvPr/>
          </p:nvGrpSpPr>
          <p:grpSpPr>
            <a:xfrm rot="-10800000">
              <a:off x="2416481" y="3201407"/>
              <a:ext cx="253899" cy="256009"/>
              <a:chOff x="0" y="0"/>
              <a:chExt cx="842671" cy="849742"/>
            </a:xfrm>
          </p:grpSpPr>
          <p:sp>
            <p:nvSpPr>
              <p:cNvPr id="38" name="Freeform 38"/>
              <p:cNvSpPr/>
              <p:nvPr/>
            </p:nvSpPr>
            <p:spPr>
              <a:xfrm>
                <a:off x="0" y="0"/>
                <a:ext cx="842671" cy="849742"/>
              </a:xfrm>
              <a:custGeom>
                <a:avLst/>
                <a:gdLst/>
                <a:ahLst/>
                <a:cxnLst/>
                <a:rect l="l" t="t" r="r" b="b"/>
                <a:pathLst>
                  <a:path w="842671" h="849742">
                    <a:moveTo>
                      <a:pt x="842671" y="421336"/>
                    </a:moveTo>
                    <a:lnTo>
                      <a:pt x="842671" y="428406"/>
                    </a:lnTo>
                    <a:cubicBezTo>
                      <a:pt x="842671" y="661103"/>
                      <a:pt x="654033" y="849742"/>
                      <a:pt x="421336" y="849742"/>
                    </a:cubicBezTo>
                    <a:lnTo>
                      <a:pt x="421336" y="849742"/>
                    </a:lnTo>
                    <a:cubicBezTo>
                      <a:pt x="188638" y="849742"/>
                      <a:pt x="0" y="661103"/>
                      <a:pt x="0" y="428406"/>
                    </a:cubicBezTo>
                    <a:lnTo>
                      <a:pt x="0" y="421336"/>
                    </a:lnTo>
                    <a:cubicBezTo>
                      <a:pt x="0" y="188638"/>
                      <a:pt x="188638" y="0"/>
                      <a:pt x="421336" y="0"/>
                    </a:cubicBezTo>
                    <a:lnTo>
                      <a:pt x="421336" y="0"/>
                    </a:lnTo>
                    <a:cubicBezTo>
                      <a:pt x="654033" y="0"/>
                      <a:pt x="842671" y="188638"/>
                      <a:pt x="842671" y="421336"/>
                    </a:cubicBezTo>
                    <a:close/>
                  </a:path>
                </a:pathLst>
              </a:custGeom>
              <a:solidFill>
                <a:srgbClr val="612C9E"/>
              </a:solidFill>
            </p:spPr>
            <p:txBody>
              <a:bodyPr/>
              <a:lstStyle/>
              <a:p>
                <a:endParaRPr lang="es-CO"/>
              </a:p>
            </p:txBody>
          </p:sp>
          <p:sp>
            <p:nvSpPr>
              <p:cNvPr id="39" name="TextBox 39"/>
              <p:cNvSpPr txBox="1"/>
              <p:nvPr/>
            </p:nvSpPr>
            <p:spPr>
              <a:xfrm>
                <a:off x="0" y="-57150"/>
                <a:ext cx="842671" cy="906892"/>
              </a:xfrm>
              <a:prstGeom prst="rect">
                <a:avLst/>
              </a:prstGeom>
            </p:spPr>
            <p:txBody>
              <a:bodyPr lIns="38380" tIns="38380" rIns="38380" bIns="38380" rtlCol="0" anchor="ctr"/>
              <a:lstStyle/>
              <a:p>
                <a:pPr algn="ctr">
                  <a:lnSpc>
                    <a:spcPts val="3639"/>
                  </a:lnSpc>
                  <a:spcBef>
                    <a:spcPct val="0"/>
                  </a:spcBef>
                </a:pPr>
                <a:endParaRPr/>
              </a:p>
            </p:txBody>
          </p:sp>
        </p:grpSp>
      </p:grpSp>
      <p:grpSp>
        <p:nvGrpSpPr>
          <p:cNvPr id="40" name="Group 40"/>
          <p:cNvGrpSpPr/>
          <p:nvPr/>
        </p:nvGrpSpPr>
        <p:grpSpPr>
          <a:xfrm rot="-9878710">
            <a:off x="14445809" y="6828290"/>
            <a:ext cx="4948264" cy="5672510"/>
            <a:chOff x="0" y="0"/>
            <a:chExt cx="6597686" cy="7563347"/>
          </a:xfrm>
        </p:grpSpPr>
        <p:grpSp>
          <p:nvGrpSpPr>
            <p:cNvPr id="41" name="Group 41"/>
            <p:cNvGrpSpPr/>
            <p:nvPr/>
          </p:nvGrpSpPr>
          <p:grpSpPr>
            <a:xfrm rot="2821336">
              <a:off x="1870949" y="2577454"/>
              <a:ext cx="778657" cy="778608"/>
              <a:chOff x="0" y="0"/>
              <a:chExt cx="1033370" cy="1033387"/>
            </a:xfrm>
          </p:grpSpPr>
          <p:sp>
            <p:nvSpPr>
              <p:cNvPr id="42" name="Freeform 42"/>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E2EAC"/>
              </a:solidFill>
            </p:spPr>
            <p:txBody>
              <a:bodyPr/>
              <a:lstStyle/>
              <a:p>
                <a:endParaRPr lang="es-CO"/>
              </a:p>
            </p:txBody>
          </p:sp>
          <p:sp>
            <p:nvSpPr>
              <p:cNvPr id="43" name="TextBox 43"/>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44" name="Group 44"/>
            <p:cNvGrpSpPr/>
            <p:nvPr/>
          </p:nvGrpSpPr>
          <p:grpSpPr>
            <a:xfrm rot="2821336">
              <a:off x="1851226" y="4024079"/>
              <a:ext cx="778657" cy="778608"/>
              <a:chOff x="0" y="0"/>
              <a:chExt cx="1033370" cy="1033387"/>
            </a:xfrm>
          </p:grpSpPr>
          <p:sp>
            <p:nvSpPr>
              <p:cNvPr id="45" name="Freeform 45"/>
              <p:cNvSpPr/>
              <p:nvPr/>
            </p:nvSpPr>
            <p:spPr>
              <a:xfrm>
                <a:off x="0" y="0"/>
                <a:ext cx="1033370" cy="1033387"/>
              </a:xfrm>
              <a:custGeom>
                <a:avLst/>
                <a:gdLst/>
                <a:ahLst/>
                <a:cxnLst/>
                <a:rect l="l" t="t" r="r" b="b"/>
                <a:pathLst>
                  <a:path w="1033370" h="1033387">
                    <a:moveTo>
                      <a:pt x="1033370" y="172339"/>
                    </a:moveTo>
                    <a:lnTo>
                      <a:pt x="1033370" y="861048"/>
                    </a:lnTo>
                    <a:cubicBezTo>
                      <a:pt x="1033370" y="956228"/>
                      <a:pt x="956211" y="1033387"/>
                      <a:pt x="861030" y="1033387"/>
                    </a:cubicBezTo>
                    <a:lnTo>
                      <a:pt x="172339" y="1033387"/>
                    </a:lnTo>
                    <a:cubicBezTo>
                      <a:pt x="77159" y="1033387"/>
                      <a:pt x="0" y="956228"/>
                      <a:pt x="0" y="861048"/>
                    </a:cubicBezTo>
                    <a:lnTo>
                      <a:pt x="0" y="172339"/>
                    </a:lnTo>
                    <a:cubicBezTo>
                      <a:pt x="0" y="77159"/>
                      <a:pt x="77159" y="0"/>
                      <a:pt x="172339" y="0"/>
                    </a:cubicBezTo>
                    <a:lnTo>
                      <a:pt x="861030" y="0"/>
                    </a:lnTo>
                    <a:cubicBezTo>
                      <a:pt x="956211" y="0"/>
                      <a:pt x="1033370" y="77159"/>
                      <a:pt x="1033370" y="172339"/>
                    </a:cubicBezTo>
                    <a:close/>
                  </a:path>
                </a:pathLst>
              </a:custGeom>
              <a:solidFill>
                <a:srgbClr val="612C9E"/>
              </a:solidFill>
            </p:spPr>
            <p:txBody>
              <a:bodyPr/>
              <a:lstStyle/>
              <a:p>
                <a:endParaRPr lang="es-CO"/>
              </a:p>
            </p:txBody>
          </p:sp>
          <p:sp>
            <p:nvSpPr>
              <p:cNvPr id="46" name="TextBox 46"/>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47" name="Group 47"/>
            <p:cNvGrpSpPr/>
            <p:nvPr/>
          </p:nvGrpSpPr>
          <p:grpSpPr>
            <a:xfrm rot="2821336">
              <a:off x="1283083" y="3342195"/>
              <a:ext cx="634963" cy="640240"/>
              <a:chOff x="0" y="0"/>
              <a:chExt cx="842671" cy="849742"/>
            </a:xfrm>
          </p:grpSpPr>
          <p:sp>
            <p:nvSpPr>
              <p:cNvPr id="48" name="Freeform 48"/>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06194C"/>
              </a:solidFill>
            </p:spPr>
            <p:txBody>
              <a:bodyPr/>
              <a:lstStyle/>
              <a:p>
                <a:endParaRPr lang="es-CO"/>
              </a:p>
            </p:txBody>
          </p:sp>
          <p:sp>
            <p:nvSpPr>
              <p:cNvPr id="49" name="TextBox 4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50" name="Group 50"/>
            <p:cNvGrpSpPr/>
            <p:nvPr/>
          </p:nvGrpSpPr>
          <p:grpSpPr>
            <a:xfrm rot="2821336">
              <a:off x="2604894" y="3394465"/>
              <a:ext cx="634963" cy="640240"/>
              <a:chOff x="0" y="0"/>
              <a:chExt cx="842671" cy="849742"/>
            </a:xfrm>
          </p:grpSpPr>
          <p:sp>
            <p:nvSpPr>
              <p:cNvPr id="51" name="Freeform 51"/>
              <p:cNvSpPr/>
              <p:nvPr/>
            </p:nvSpPr>
            <p:spPr>
              <a:xfrm>
                <a:off x="0" y="0"/>
                <a:ext cx="842671" cy="849742"/>
              </a:xfrm>
              <a:custGeom>
                <a:avLst/>
                <a:gdLst/>
                <a:ahLst/>
                <a:cxnLst/>
                <a:rect l="l" t="t" r="r" b="b"/>
                <a:pathLst>
                  <a:path w="842671" h="849742">
                    <a:moveTo>
                      <a:pt x="842671" y="211340"/>
                    </a:moveTo>
                    <a:lnTo>
                      <a:pt x="842671" y="638401"/>
                    </a:lnTo>
                    <a:cubicBezTo>
                      <a:pt x="842671" y="694452"/>
                      <a:pt x="820405" y="748208"/>
                      <a:pt x="780771" y="787842"/>
                    </a:cubicBezTo>
                    <a:cubicBezTo>
                      <a:pt x="741137" y="827476"/>
                      <a:pt x="687382" y="849742"/>
                      <a:pt x="631331" y="849742"/>
                    </a:cubicBezTo>
                    <a:lnTo>
                      <a:pt x="211340" y="849742"/>
                    </a:lnTo>
                    <a:cubicBezTo>
                      <a:pt x="94620" y="849742"/>
                      <a:pt x="0" y="755122"/>
                      <a:pt x="0" y="638401"/>
                    </a:cubicBezTo>
                    <a:lnTo>
                      <a:pt x="0" y="211340"/>
                    </a:lnTo>
                    <a:cubicBezTo>
                      <a:pt x="0" y="155289"/>
                      <a:pt x="22266" y="101534"/>
                      <a:pt x="61900" y="61900"/>
                    </a:cubicBezTo>
                    <a:cubicBezTo>
                      <a:pt x="101534" y="22266"/>
                      <a:pt x="155289" y="0"/>
                      <a:pt x="211340" y="0"/>
                    </a:cubicBezTo>
                    <a:lnTo>
                      <a:pt x="631331" y="0"/>
                    </a:lnTo>
                    <a:cubicBezTo>
                      <a:pt x="687382" y="0"/>
                      <a:pt x="741137" y="22266"/>
                      <a:pt x="780771" y="61900"/>
                    </a:cubicBezTo>
                    <a:cubicBezTo>
                      <a:pt x="820405" y="101534"/>
                      <a:pt x="842671" y="155289"/>
                      <a:pt x="842671" y="211340"/>
                    </a:cubicBezTo>
                    <a:close/>
                  </a:path>
                </a:pathLst>
              </a:custGeom>
              <a:solidFill>
                <a:srgbClr val="612C9E"/>
              </a:solidFill>
            </p:spPr>
            <p:txBody>
              <a:bodyPr/>
              <a:lstStyle/>
              <a:p>
                <a:endParaRPr lang="es-CO"/>
              </a:p>
            </p:txBody>
          </p:sp>
          <p:sp>
            <p:nvSpPr>
              <p:cNvPr id="52" name="TextBox 52"/>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53" name="Group 53"/>
            <p:cNvGrpSpPr/>
            <p:nvPr/>
          </p:nvGrpSpPr>
          <p:grpSpPr>
            <a:xfrm rot="2821336">
              <a:off x="616971" y="4094929"/>
              <a:ext cx="498828" cy="502973"/>
              <a:chOff x="0" y="0"/>
              <a:chExt cx="842671" cy="849742"/>
            </a:xfrm>
          </p:grpSpPr>
          <p:sp>
            <p:nvSpPr>
              <p:cNvPr id="54" name="Freeform 54"/>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612C9E"/>
              </a:solidFill>
            </p:spPr>
            <p:txBody>
              <a:bodyPr/>
              <a:lstStyle/>
              <a:p>
                <a:endParaRPr lang="es-CO"/>
              </a:p>
            </p:txBody>
          </p:sp>
          <p:sp>
            <p:nvSpPr>
              <p:cNvPr id="55" name="TextBox 55"/>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56" name="Group 56"/>
            <p:cNvGrpSpPr/>
            <p:nvPr/>
          </p:nvGrpSpPr>
          <p:grpSpPr>
            <a:xfrm rot="2821336">
              <a:off x="50851" y="4955972"/>
              <a:ext cx="242486" cy="244501"/>
              <a:chOff x="0" y="0"/>
              <a:chExt cx="842671" cy="849742"/>
            </a:xfrm>
          </p:grpSpPr>
          <p:sp>
            <p:nvSpPr>
              <p:cNvPr id="57" name="Freeform 57"/>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solidFill>
            </p:spPr>
            <p:txBody>
              <a:bodyPr/>
              <a:lstStyle/>
              <a:p>
                <a:endParaRPr lang="es-CO"/>
              </a:p>
            </p:txBody>
          </p:sp>
          <p:sp>
            <p:nvSpPr>
              <p:cNvPr id="58" name="TextBox 5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59" name="Group 59"/>
            <p:cNvGrpSpPr/>
            <p:nvPr/>
          </p:nvGrpSpPr>
          <p:grpSpPr>
            <a:xfrm rot="2821336">
              <a:off x="174273" y="3609774"/>
              <a:ext cx="189095" cy="190666"/>
              <a:chOff x="0" y="0"/>
              <a:chExt cx="842671" cy="849742"/>
            </a:xfrm>
          </p:grpSpPr>
          <p:sp>
            <p:nvSpPr>
              <p:cNvPr id="60" name="Freeform 60"/>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solidFill>
            </p:spPr>
            <p:txBody>
              <a:bodyPr/>
              <a:lstStyle/>
              <a:p>
                <a:endParaRPr lang="es-CO"/>
              </a:p>
            </p:txBody>
          </p:sp>
          <p:sp>
            <p:nvSpPr>
              <p:cNvPr id="61" name="TextBox 6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62" name="Group 62"/>
            <p:cNvGrpSpPr/>
            <p:nvPr/>
          </p:nvGrpSpPr>
          <p:grpSpPr>
            <a:xfrm rot="2821336">
              <a:off x="2657416" y="5149138"/>
              <a:ext cx="189095" cy="190666"/>
              <a:chOff x="0" y="0"/>
              <a:chExt cx="842671" cy="849742"/>
            </a:xfrm>
          </p:grpSpPr>
          <p:sp>
            <p:nvSpPr>
              <p:cNvPr id="63" name="Freeform 63"/>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solidFill>
            </p:spPr>
            <p:txBody>
              <a:bodyPr/>
              <a:lstStyle/>
              <a:p>
                <a:endParaRPr lang="es-CO"/>
              </a:p>
            </p:txBody>
          </p:sp>
          <p:sp>
            <p:nvSpPr>
              <p:cNvPr id="64" name="TextBox 6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65" name="Group 65"/>
            <p:cNvGrpSpPr/>
            <p:nvPr/>
          </p:nvGrpSpPr>
          <p:grpSpPr>
            <a:xfrm rot="2821336">
              <a:off x="1184146" y="4714436"/>
              <a:ext cx="736954" cy="736908"/>
              <a:chOff x="0" y="0"/>
              <a:chExt cx="1033370" cy="1033387"/>
            </a:xfrm>
          </p:grpSpPr>
          <p:sp>
            <p:nvSpPr>
              <p:cNvPr id="66" name="Freeform 66"/>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solidFill>
            </p:spPr>
            <p:txBody>
              <a:bodyPr/>
              <a:lstStyle/>
              <a:p>
                <a:endParaRPr lang="es-CO"/>
              </a:p>
            </p:txBody>
          </p:sp>
          <p:sp>
            <p:nvSpPr>
              <p:cNvPr id="67" name="TextBox 67"/>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68" name="Group 68"/>
            <p:cNvGrpSpPr/>
            <p:nvPr/>
          </p:nvGrpSpPr>
          <p:grpSpPr>
            <a:xfrm rot="2821336">
              <a:off x="1812169" y="5464063"/>
              <a:ext cx="736954" cy="736908"/>
              <a:chOff x="0" y="0"/>
              <a:chExt cx="1033370" cy="1033387"/>
            </a:xfrm>
          </p:grpSpPr>
          <p:sp>
            <p:nvSpPr>
              <p:cNvPr id="69" name="Freeform 69"/>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5628A1"/>
              </a:solidFill>
            </p:spPr>
            <p:txBody>
              <a:bodyPr/>
              <a:lstStyle/>
              <a:p>
                <a:endParaRPr lang="es-CO"/>
              </a:p>
            </p:txBody>
          </p:sp>
          <p:sp>
            <p:nvSpPr>
              <p:cNvPr id="70" name="TextBox 70"/>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71" name="Group 71"/>
            <p:cNvGrpSpPr/>
            <p:nvPr/>
          </p:nvGrpSpPr>
          <p:grpSpPr>
            <a:xfrm rot="2821336">
              <a:off x="621058" y="5498475"/>
              <a:ext cx="498828" cy="502973"/>
              <a:chOff x="0" y="0"/>
              <a:chExt cx="842671" cy="849742"/>
            </a:xfrm>
          </p:grpSpPr>
          <p:sp>
            <p:nvSpPr>
              <p:cNvPr id="72" name="Freeform 72"/>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solidFill>
            </p:spPr>
            <p:txBody>
              <a:bodyPr/>
              <a:lstStyle/>
              <a:p>
                <a:endParaRPr lang="es-CO"/>
              </a:p>
            </p:txBody>
          </p:sp>
          <p:sp>
            <p:nvSpPr>
              <p:cNvPr id="73" name="TextBox 73"/>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74" name="Group 74"/>
            <p:cNvGrpSpPr/>
            <p:nvPr/>
          </p:nvGrpSpPr>
          <p:grpSpPr>
            <a:xfrm rot="2821336">
              <a:off x="693291" y="2693148"/>
              <a:ext cx="498828" cy="502973"/>
              <a:chOff x="0" y="0"/>
              <a:chExt cx="842671" cy="849742"/>
            </a:xfrm>
          </p:grpSpPr>
          <p:sp>
            <p:nvSpPr>
              <p:cNvPr id="75" name="Freeform 75"/>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solidFill>
            </p:spPr>
            <p:txBody>
              <a:bodyPr/>
              <a:lstStyle/>
              <a:p>
                <a:endParaRPr lang="es-CO"/>
              </a:p>
            </p:txBody>
          </p:sp>
          <p:sp>
            <p:nvSpPr>
              <p:cNvPr id="76" name="TextBox 7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77" name="Group 77"/>
            <p:cNvGrpSpPr/>
            <p:nvPr/>
          </p:nvGrpSpPr>
          <p:grpSpPr>
            <a:xfrm rot="2821336">
              <a:off x="2585973" y="1970925"/>
              <a:ext cx="604442" cy="609465"/>
              <a:chOff x="0" y="0"/>
              <a:chExt cx="842671" cy="849742"/>
            </a:xfrm>
          </p:grpSpPr>
          <p:sp>
            <p:nvSpPr>
              <p:cNvPr id="78" name="Freeform 78"/>
              <p:cNvSpPr/>
              <p:nvPr/>
            </p:nvSpPr>
            <p:spPr>
              <a:xfrm>
                <a:off x="0" y="0"/>
                <a:ext cx="842671" cy="849742"/>
              </a:xfrm>
              <a:custGeom>
                <a:avLst/>
                <a:gdLst/>
                <a:ahLst/>
                <a:cxnLst/>
                <a:rect l="l" t="t" r="r" b="b"/>
                <a:pathLst>
                  <a:path w="842671" h="849742">
                    <a:moveTo>
                      <a:pt x="842671" y="153701"/>
                    </a:moveTo>
                    <a:lnTo>
                      <a:pt x="842671" y="696041"/>
                    </a:lnTo>
                    <a:cubicBezTo>
                      <a:pt x="842671" y="736805"/>
                      <a:pt x="826478" y="775900"/>
                      <a:pt x="797653" y="804724"/>
                    </a:cubicBezTo>
                    <a:cubicBezTo>
                      <a:pt x="768829" y="833548"/>
                      <a:pt x="729735" y="849742"/>
                      <a:pt x="688971" y="849742"/>
                    </a:cubicBezTo>
                    <a:lnTo>
                      <a:pt x="153701" y="849742"/>
                    </a:lnTo>
                    <a:cubicBezTo>
                      <a:pt x="68814" y="849742"/>
                      <a:pt x="0" y="780928"/>
                      <a:pt x="0" y="696041"/>
                    </a:cubicBezTo>
                    <a:lnTo>
                      <a:pt x="0" y="153701"/>
                    </a:lnTo>
                    <a:cubicBezTo>
                      <a:pt x="0" y="68814"/>
                      <a:pt x="68814" y="0"/>
                      <a:pt x="153701" y="0"/>
                    </a:cubicBezTo>
                    <a:lnTo>
                      <a:pt x="688971" y="0"/>
                    </a:lnTo>
                    <a:cubicBezTo>
                      <a:pt x="773857" y="0"/>
                      <a:pt x="842671" y="68814"/>
                      <a:pt x="842671" y="153701"/>
                    </a:cubicBezTo>
                    <a:close/>
                  </a:path>
                </a:pathLst>
              </a:custGeom>
              <a:solidFill>
                <a:srgbClr val="612C9E"/>
              </a:solidFill>
            </p:spPr>
            <p:txBody>
              <a:bodyPr/>
              <a:lstStyle/>
              <a:p>
                <a:endParaRPr lang="es-CO"/>
              </a:p>
            </p:txBody>
          </p:sp>
          <p:sp>
            <p:nvSpPr>
              <p:cNvPr id="79" name="TextBox 7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80" name="Group 80"/>
            <p:cNvGrpSpPr/>
            <p:nvPr/>
          </p:nvGrpSpPr>
          <p:grpSpPr>
            <a:xfrm rot="2821336">
              <a:off x="3170980" y="1294707"/>
              <a:ext cx="683739" cy="689421"/>
              <a:chOff x="0" y="0"/>
              <a:chExt cx="842671" cy="849742"/>
            </a:xfrm>
          </p:grpSpPr>
          <p:sp>
            <p:nvSpPr>
              <p:cNvPr id="81" name="Freeform 81"/>
              <p:cNvSpPr/>
              <p:nvPr/>
            </p:nvSpPr>
            <p:spPr>
              <a:xfrm>
                <a:off x="0" y="0"/>
                <a:ext cx="842671" cy="849742"/>
              </a:xfrm>
              <a:custGeom>
                <a:avLst/>
                <a:gdLst/>
                <a:ahLst/>
                <a:cxnLst/>
                <a:rect l="l" t="t" r="r" b="b"/>
                <a:pathLst>
                  <a:path w="842671" h="849742">
                    <a:moveTo>
                      <a:pt x="842671" y="135875"/>
                    </a:moveTo>
                    <a:lnTo>
                      <a:pt x="842671" y="713867"/>
                    </a:lnTo>
                    <a:cubicBezTo>
                      <a:pt x="842671" y="749903"/>
                      <a:pt x="828356" y="784463"/>
                      <a:pt x="802874" y="809945"/>
                    </a:cubicBezTo>
                    <a:cubicBezTo>
                      <a:pt x="777393" y="835426"/>
                      <a:pt x="742832" y="849742"/>
                      <a:pt x="706796" y="849742"/>
                    </a:cubicBezTo>
                    <a:lnTo>
                      <a:pt x="135875" y="849742"/>
                    </a:lnTo>
                    <a:cubicBezTo>
                      <a:pt x="60833" y="849742"/>
                      <a:pt x="0" y="788908"/>
                      <a:pt x="0" y="713867"/>
                    </a:cubicBezTo>
                    <a:lnTo>
                      <a:pt x="0" y="135875"/>
                    </a:lnTo>
                    <a:cubicBezTo>
                      <a:pt x="0" y="60833"/>
                      <a:pt x="60833" y="0"/>
                      <a:pt x="135875" y="0"/>
                    </a:cubicBezTo>
                    <a:lnTo>
                      <a:pt x="706796" y="0"/>
                    </a:lnTo>
                    <a:cubicBezTo>
                      <a:pt x="781838" y="0"/>
                      <a:pt x="842671" y="60833"/>
                      <a:pt x="842671" y="135875"/>
                    </a:cubicBezTo>
                    <a:close/>
                  </a:path>
                </a:pathLst>
              </a:custGeom>
              <a:solidFill>
                <a:srgbClr val="5628A1"/>
              </a:solidFill>
            </p:spPr>
            <p:txBody>
              <a:bodyPr/>
              <a:lstStyle/>
              <a:p>
                <a:endParaRPr lang="es-CO"/>
              </a:p>
            </p:txBody>
          </p:sp>
          <p:sp>
            <p:nvSpPr>
              <p:cNvPr id="82" name="TextBox 82"/>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83" name="Group 83"/>
            <p:cNvGrpSpPr/>
            <p:nvPr/>
          </p:nvGrpSpPr>
          <p:grpSpPr>
            <a:xfrm rot="2821336">
              <a:off x="3922711" y="3323914"/>
              <a:ext cx="189095" cy="190666"/>
              <a:chOff x="0" y="0"/>
              <a:chExt cx="842671" cy="849742"/>
            </a:xfrm>
          </p:grpSpPr>
          <p:sp>
            <p:nvSpPr>
              <p:cNvPr id="84" name="Freeform 84"/>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solidFill>
            </p:spPr>
            <p:txBody>
              <a:bodyPr/>
              <a:lstStyle/>
              <a:p>
                <a:endParaRPr lang="es-CO"/>
              </a:p>
            </p:txBody>
          </p:sp>
          <p:sp>
            <p:nvSpPr>
              <p:cNvPr id="85" name="TextBox 85"/>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86" name="Group 86"/>
            <p:cNvGrpSpPr/>
            <p:nvPr/>
          </p:nvGrpSpPr>
          <p:grpSpPr>
            <a:xfrm rot="2821336">
              <a:off x="1165666" y="6149374"/>
              <a:ext cx="736954" cy="736908"/>
              <a:chOff x="0" y="0"/>
              <a:chExt cx="1033370" cy="1033387"/>
            </a:xfrm>
          </p:grpSpPr>
          <p:sp>
            <p:nvSpPr>
              <p:cNvPr id="87" name="Freeform 87"/>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solidFill>
            </p:spPr>
            <p:txBody>
              <a:bodyPr/>
              <a:lstStyle/>
              <a:p>
                <a:endParaRPr lang="es-CO"/>
              </a:p>
            </p:txBody>
          </p:sp>
          <p:sp>
            <p:nvSpPr>
              <p:cNvPr id="88" name="TextBox 88"/>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89" name="Group 89"/>
            <p:cNvGrpSpPr/>
            <p:nvPr/>
          </p:nvGrpSpPr>
          <p:grpSpPr>
            <a:xfrm rot="2821336">
              <a:off x="455240" y="6466584"/>
              <a:ext cx="242486" cy="244501"/>
              <a:chOff x="0" y="0"/>
              <a:chExt cx="842671" cy="849742"/>
            </a:xfrm>
          </p:grpSpPr>
          <p:sp>
            <p:nvSpPr>
              <p:cNvPr id="90" name="Freeform 90"/>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solidFill>
            </p:spPr>
            <p:txBody>
              <a:bodyPr/>
              <a:lstStyle/>
              <a:p>
                <a:endParaRPr lang="es-CO"/>
              </a:p>
            </p:txBody>
          </p:sp>
          <p:sp>
            <p:nvSpPr>
              <p:cNvPr id="91" name="TextBox 9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92" name="Group 92"/>
            <p:cNvGrpSpPr/>
            <p:nvPr/>
          </p:nvGrpSpPr>
          <p:grpSpPr>
            <a:xfrm rot="2821336">
              <a:off x="1985993" y="1331099"/>
              <a:ext cx="498828" cy="502973"/>
              <a:chOff x="0" y="0"/>
              <a:chExt cx="842671" cy="849742"/>
            </a:xfrm>
          </p:grpSpPr>
          <p:sp>
            <p:nvSpPr>
              <p:cNvPr id="93" name="Freeform 93"/>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5628A1"/>
              </a:solidFill>
            </p:spPr>
            <p:txBody>
              <a:bodyPr/>
              <a:lstStyle/>
              <a:p>
                <a:endParaRPr lang="es-CO"/>
              </a:p>
            </p:txBody>
          </p:sp>
          <p:sp>
            <p:nvSpPr>
              <p:cNvPr id="94" name="TextBox 94"/>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95" name="Group 95"/>
            <p:cNvGrpSpPr/>
            <p:nvPr/>
          </p:nvGrpSpPr>
          <p:grpSpPr>
            <a:xfrm rot="2821336">
              <a:off x="1471160" y="2107045"/>
              <a:ext cx="242486" cy="244501"/>
              <a:chOff x="0" y="0"/>
              <a:chExt cx="842671" cy="849742"/>
            </a:xfrm>
          </p:grpSpPr>
          <p:sp>
            <p:nvSpPr>
              <p:cNvPr id="96" name="Freeform 96"/>
              <p:cNvSpPr/>
              <p:nvPr/>
            </p:nvSpPr>
            <p:spPr>
              <a:xfrm>
                <a:off x="0" y="0"/>
                <a:ext cx="842671" cy="849742"/>
              </a:xfrm>
              <a:custGeom>
                <a:avLst/>
                <a:gdLst/>
                <a:ahLst/>
                <a:cxnLst/>
                <a:rect l="l" t="t" r="r" b="b"/>
                <a:pathLst>
                  <a:path w="842671" h="849742">
                    <a:moveTo>
                      <a:pt x="842671" y="212849"/>
                    </a:moveTo>
                    <a:lnTo>
                      <a:pt x="842671" y="636893"/>
                    </a:lnTo>
                    <a:cubicBezTo>
                      <a:pt x="842671" y="693344"/>
                      <a:pt x="820246" y="747483"/>
                      <a:pt x="780329" y="787400"/>
                    </a:cubicBezTo>
                    <a:cubicBezTo>
                      <a:pt x="740412" y="827317"/>
                      <a:pt x="686273" y="849742"/>
                      <a:pt x="629822" y="849742"/>
                    </a:cubicBezTo>
                    <a:lnTo>
                      <a:pt x="212849" y="849742"/>
                    </a:lnTo>
                    <a:cubicBezTo>
                      <a:pt x="95296" y="849742"/>
                      <a:pt x="0" y="754446"/>
                      <a:pt x="0" y="636893"/>
                    </a:cubicBezTo>
                    <a:lnTo>
                      <a:pt x="0" y="212849"/>
                    </a:lnTo>
                    <a:cubicBezTo>
                      <a:pt x="0" y="156398"/>
                      <a:pt x="22425" y="102259"/>
                      <a:pt x="62342" y="62342"/>
                    </a:cubicBezTo>
                    <a:cubicBezTo>
                      <a:pt x="102259" y="22425"/>
                      <a:pt x="156398" y="0"/>
                      <a:pt x="212849" y="0"/>
                    </a:cubicBezTo>
                    <a:lnTo>
                      <a:pt x="629822" y="0"/>
                    </a:lnTo>
                    <a:cubicBezTo>
                      <a:pt x="686273" y="0"/>
                      <a:pt x="740412" y="22425"/>
                      <a:pt x="780329" y="62342"/>
                    </a:cubicBezTo>
                    <a:cubicBezTo>
                      <a:pt x="820246" y="102259"/>
                      <a:pt x="842671" y="156398"/>
                      <a:pt x="842671" y="212849"/>
                    </a:cubicBezTo>
                    <a:close/>
                  </a:path>
                </a:pathLst>
              </a:custGeom>
              <a:solidFill>
                <a:srgbClr val="612C9E"/>
              </a:solidFill>
            </p:spPr>
            <p:txBody>
              <a:bodyPr/>
              <a:lstStyle/>
              <a:p>
                <a:endParaRPr lang="es-CO"/>
              </a:p>
            </p:txBody>
          </p:sp>
          <p:sp>
            <p:nvSpPr>
              <p:cNvPr id="97" name="TextBox 9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98" name="Group 98"/>
            <p:cNvGrpSpPr/>
            <p:nvPr/>
          </p:nvGrpSpPr>
          <p:grpSpPr>
            <a:xfrm rot="2821336">
              <a:off x="2804357" y="835753"/>
              <a:ext cx="189095" cy="190666"/>
              <a:chOff x="0" y="0"/>
              <a:chExt cx="842671" cy="849742"/>
            </a:xfrm>
          </p:grpSpPr>
          <p:sp>
            <p:nvSpPr>
              <p:cNvPr id="99" name="Freeform 99"/>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solidFill>
            </p:spPr>
            <p:txBody>
              <a:bodyPr/>
              <a:lstStyle/>
              <a:p>
                <a:endParaRPr lang="es-CO"/>
              </a:p>
            </p:txBody>
          </p:sp>
          <p:sp>
            <p:nvSpPr>
              <p:cNvPr id="100" name="TextBox 100"/>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01" name="Group 101"/>
            <p:cNvGrpSpPr/>
            <p:nvPr/>
          </p:nvGrpSpPr>
          <p:grpSpPr>
            <a:xfrm rot="2821336">
              <a:off x="4778888" y="218793"/>
              <a:ext cx="189095" cy="190666"/>
              <a:chOff x="0" y="0"/>
              <a:chExt cx="842671" cy="849742"/>
            </a:xfrm>
          </p:grpSpPr>
          <p:sp>
            <p:nvSpPr>
              <p:cNvPr id="102" name="Freeform 102"/>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E2EAC"/>
              </a:solidFill>
            </p:spPr>
            <p:txBody>
              <a:bodyPr/>
              <a:lstStyle/>
              <a:p>
                <a:endParaRPr lang="es-CO"/>
              </a:p>
            </p:txBody>
          </p:sp>
          <p:sp>
            <p:nvSpPr>
              <p:cNvPr id="103" name="TextBox 103"/>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04" name="Group 104"/>
            <p:cNvGrpSpPr/>
            <p:nvPr/>
          </p:nvGrpSpPr>
          <p:grpSpPr>
            <a:xfrm rot="2821336">
              <a:off x="3958215" y="674945"/>
              <a:ext cx="532665" cy="537091"/>
              <a:chOff x="0" y="0"/>
              <a:chExt cx="842671" cy="849742"/>
            </a:xfrm>
          </p:grpSpPr>
          <p:sp>
            <p:nvSpPr>
              <p:cNvPr id="105" name="Freeform 105"/>
              <p:cNvSpPr/>
              <p:nvPr/>
            </p:nvSpPr>
            <p:spPr>
              <a:xfrm>
                <a:off x="0" y="0"/>
                <a:ext cx="842671" cy="849742"/>
              </a:xfrm>
              <a:custGeom>
                <a:avLst/>
                <a:gdLst/>
                <a:ahLst/>
                <a:cxnLst/>
                <a:rect l="l" t="t" r="r" b="b"/>
                <a:pathLst>
                  <a:path w="842671" h="849742">
                    <a:moveTo>
                      <a:pt x="842671" y="174412"/>
                    </a:moveTo>
                    <a:lnTo>
                      <a:pt x="842671" y="675330"/>
                    </a:lnTo>
                    <a:cubicBezTo>
                      <a:pt x="842671" y="721587"/>
                      <a:pt x="824296" y="765949"/>
                      <a:pt x="791587" y="798658"/>
                    </a:cubicBezTo>
                    <a:cubicBezTo>
                      <a:pt x="758878" y="831366"/>
                      <a:pt x="714516" y="849742"/>
                      <a:pt x="668259" y="849742"/>
                    </a:cubicBezTo>
                    <a:lnTo>
                      <a:pt x="174412" y="849742"/>
                    </a:lnTo>
                    <a:cubicBezTo>
                      <a:pt x="128155" y="849742"/>
                      <a:pt x="83793" y="831366"/>
                      <a:pt x="51084" y="798658"/>
                    </a:cubicBezTo>
                    <a:cubicBezTo>
                      <a:pt x="18375" y="765949"/>
                      <a:pt x="0" y="721587"/>
                      <a:pt x="0" y="675330"/>
                    </a:cubicBezTo>
                    <a:lnTo>
                      <a:pt x="0" y="174412"/>
                    </a:lnTo>
                    <a:cubicBezTo>
                      <a:pt x="0" y="128155"/>
                      <a:pt x="18375" y="83793"/>
                      <a:pt x="51084" y="51084"/>
                    </a:cubicBezTo>
                    <a:cubicBezTo>
                      <a:pt x="83793" y="18375"/>
                      <a:pt x="128155" y="0"/>
                      <a:pt x="174412" y="0"/>
                    </a:cubicBezTo>
                    <a:lnTo>
                      <a:pt x="668259" y="0"/>
                    </a:lnTo>
                    <a:cubicBezTo>
                      <a:pt x="714516" y="0"/>
                      <a:pt x="758878" y="18375"/>
                      <a:pt x="791587" y="51084"/>
                    </a:cubicBezTo>
                    <a:cubicBezTo>
                      <a:pt x="824296" y="83793"/>
                      <a:pt x="842671" y="128155"/>
                      <a:pt x="842671" y="174412"/>
                    </a:cubicBezTo>
                    <a:close/>
                  </a:path>
                </a:pathLst>
              </a:custGeom>
              <a:solidFill>
                <a:srgbClr val="612C9E"/>
              </a:solidFill>
            </p:spPr>
            <p:txBody>
              <a:bodyPr/>
              <a:lstStyle/>
              <a:p>
                <a:endParaRPr lang="es-CO"/>
              </a:p>
            </p:txBody>
          </p:sp>
          <p:sp>
            <p:nvSpPr>
              <p:cNvPr id="106" name="TextBox 10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07" name="Group 107"/>
            <p:cNvGrpSpPr/>
            <p:nvPr/>
          </p:nvGrpSpPr>
          <p:grpSpPr>
            <a:xfrm rot="2821336">
              <a:off x="3250753" y="87673"/>
              <a:ext cx="426956" cy="430505"/>
              <a:chOff x="0" y="0"/>
              <a:chExt cx="842671" cy="849742"/>
            </a:xfrm>
          </p:grpSpPr>
          <p:sp>
            <p:nvSpPr>
              <p:cNvPr id="108" name="Freeform 108"/>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solidFill>
            </p:spPr>
            <p:txBody>
              <a:bodyPr/>
              <a:lstStyle/>
              <a:p>
                <a:endParaRPr lang="es-CO"/>
              </a:p>
            </p:txBody>
          </p:sp>
          <p:sp>
            <p:nvSpPr>
              <p:cNvPr id="109" name="TextBox 10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10" name="Group 110"/>
            <p:cNvGrpSpPr/>
            <p:nvPr/>
          </p:nvGrpSpPr>
          <p:grpSpPr>
            <a:xfrm rot="2821336">
              <a:off x="2277178" y="6510366"/>
              <a:ext cx="426956" cy="430505"/>
              <a:chOff x="0" y="0"/>
              <a:chExt cx="842671" cy="849742"/>
            </a:xfrm>
          </p:grpSpPr>
          <p:sp>
            <p:nvSpPr>
              <p:cNvPr id="111" name="Freeform 111"/>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solidFill>
            </p:spPr>
            <p:txBody>
              <a:bodyPr/>
              <a:lstStyle/>
              <a:p>
                <a:endParaRPr lang="es-CO"/>
              </a:p>
            </p:txBody>
          </p:sp>
          <p:sp>
            <p:nvSpPr>
              <p:cNvPr id="112" name="TextBox 112"/>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13" name="Group 113"/>
            <p:cNvGrpSpPr/>
            <p:nvPr/>
          </p:nvGrpSpPr>
          <p:grpSpPr>
            <a:xfrm rot="2821336">
              <a:off x="2349454" y="7288032"/>
              <a:ext cx="226848" cy="228733"/>
              <a:chOff x="0" y="0"/>
              <a:chExt cx="842671" cy="849742"/>
            </a:xfrm>
          </p:grpSpPr>
          <p:sp>
            <p:nvSpPr>
              <p:cNvPr id="114" name="Freeform 114"/>
              <p:cNvSpPr/>
              <p:nvPr/>
            </p:nvSpPr>
            <p:spPr>
              <a:xfrm>
                <a:off x="0" y="0"/>
                <a:ext cx="842671" cy="849742"/>
              </a:xfrm>
              <a:custGeom>
                <a:avLst/>
                <a:gdLst/>
                <a:ahLst/>
                <a:cxnLst/>
                <a:rect l="l" t="t" r="r" b="b"/>
                <a:pathLst>
                  <a:path w="842671" h="849742">
                    <a:moveTo>
                      <a:pt x="842671" y="227522"/>
                    </a:moveTo>
                    <a:lnTo>
                      <a:pt x="842671" y="622220"/>
                    </a:lnTo>
                    <a:cubicBezTo>
                      <a:pt x="842671" y="747877"/>
                      <a:pt x="740806" y="849742"/>
                      <a:pt x="615149" y="849742"/>
                    </a:cubicBezTo>
                    <a:lnTo>
                      <a:pt x="227522" y="849742"/>
                    </a:lnTo>
                    <a:cubicBezTo>
                      <a:pt x="101865" y="849742"/>
                      <a:pt x="0" y="747877"/>
                      <a:pt x="0" y="622220"/>
                    </a:cubicBezTo>
                    <a:lnTo>
                      <a:pt x="0" y="227522"/>
                    </a:lnTo>
                    <a:cubicBezTo>
                      <a:pt x="0" y="101865"/>
                      <a:pt x="101865" y="0"/>
                      <a:pt x="227522" y="0"/>
                    </a:cubicBezTo>
                    <a:lnTo>
                      <a:pt x="615149" y="0"/>
                    </a:lnTo>
                    <a:cubicBezTo>
                      <a:pt x="740806" y="0"/>
                      <a:pt x="842671" y="101865"/>
                      <a:pt x="842671" y="227522"/>
                    </a:cubicBezTo>
                    <a:close/>
                  </a:path>
                </a:pathLst>
              </a:custGeom>
              <a:solidFill>
                <a:srgbClr val="6E2EAC"/>
              </a:solidFill>
            </p:spPr>
            <p:txBody>
              <a:bodyPr/>
              <a:lstStyle/>
              <a:p>
                <a:endParaRPr lang="es-CO"/>
              </a:p>
            </p:txBody>
          </p:sp>
          <p:sp>
            <p:nvSpPr>
              <p:cNvPr id="115" name="TextBox 115"/>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16" name="Group 116"/>
            <p:cNvGrpSpPr/>
            <p:nvPr/>
          </p:nvGrpSpPr>
          <p:grpSpPr>
            <a:xfrm rot="2821336">
              <a:off x="3177741" y="2763147"/>
              <a:ext cx="426956" cy="430505"/>
              <a:chOff x="0" y="0"/>
              <a:chExt cx="842671" cy="849742"/>
            </a:xfrm>
          </p:grpSpPr>
          <p:sp>
            <p:nvSpPr>
              <p:cNvPr id="117" name="Freeform 117"/>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612C9E"/>
              </a:solidFill>
            </p:spPr>
            <p:txBody>
              <a:bodyPr/>
              <a:lstStyle/>
              <a:p>
                <a:endParaRPr lang="es-CO"/>
              </a:p>
            </p:txBody>
          </p:sp>
          <p:sp>
            <p:nvSpPr>
              <p:cNvPr id="118" name="TextBox 118"/>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19" name="Group 119"/>
            <p:cNvGrpSpPr/>
            <p:nvPr/>
          </p:nvGrpSpPr>
          <p:grpSpPr>
            <a:xfrm rot="2821336">
              <a:off x="3684963" y="2332480"/>
              <a:ext cx="189095" cy="190666"/>
              <a:chOff x="0" y="0"/>
              <a:chExt cx="842671" cy="849742"/>
            </a:xfrm>
          </p:grpSpPr>
          <p:sp>
            <p:nvSpPr>
              <p:cNvPr id="120" name="Freeform 120"/>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solidFill>
            </p:spPr>
            <p:txBody>
              <a:bodyPr/>
              <a:lstStyle/>
              <a:p>
                <a:endParaRPr lang="es-CO"/>
              </a:p>
            </p:txBody>
          </p:sp>
          <p:sp>
            <p:nvSpPr>
              <p:cNvPr id="121" name="TextBox 121"/>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22" name="Group 122"/>
            <p:cNvGrpSpPr/>
            <p:nvPr/>
          </p:nvGrpSpPr>
          <p:grpSpPr>
            <a:xfrm rot="2821336">
              <a:off x="5152492" y="758161"/>
              <a:ext cx="736954" cy="736908"/>
              <a:chOff x="0" y="0"/>
              <a:chExt cx="1033370" cy="1033387"/>
            </a:xfrm>
          </p:grpSpPr>
          <p:sp>
            <p:nvSpPr>
              <p:cNvPr id="123" name="Freeform 123"/>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5628A1"/>
              </a:solidFill>
            </p:spPr>
            <p:txBody>
              <a:bodyPr/>
              <a:lstStyle/>
              <a:p>
                <a:endParaRPr lang="es-CO"/>
              </a:p>
            </p:txBody>
          </p:sp>
          <p:sp>
            <p:nvSpPr>
              <p:cNvPr id="124" name="TextBox 124"/>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125" name="Group 125"/>
            <p:cNvGrpSpPr/>
            <p:nvPr/>
          </p:nvGrpSpPr>
          <p:grpSpPr>
            <a:xfrm rot="2821336">
              <a:off x="3758813" y="2163504"/>
              <a:ext cx="498828" cy="502973"/>
              <a:chOff x="0" y="0"/>
              <a:chExt cx="842671" cy="849742"/>
            </a:xfrm>
          </p:grpSpPr>
          <p:sp>
            <p:nvSpPr>
              <p:cNvPr id="126" name="Freeform 126"/>
              <p:cNvSpPr/>
              <p:nvPr/>
            </p:nvSpPr>
            <p:spPr>
              <a:xfrm>
                <a:off x="0" y="0"/>
                <a:ext cx="842671" cy="849742"/>
              </a:xfrm>
              <a:custGeom>
                <a:avLst/>
                <a:gdLst/>
                <a:ahLst/>
                <a:cxnLst/>
                <a:rect l="l" t="t" r="r" b="b"/>
                <a:pathLst>
                  <a:path w="842671" h="849742">
                    <a:moveTo>
                      <a:pt x="842671" y="186243"/>
                    </a:moveTo>
                    <a:lnTo>
                      <a:pt x="842671" y="663499"/>
                    </a:lnTo>
                    <a:cubicBezTo>
                      <a:pt x="842671" y="766358"/>
                      <a:pt x="759287" y="849742"/>
                      <a:pt x="656428" y="849742"/>
                    </a:cubicBezTo>
                    <a:lnTo>
                      <a:pt x="186243" y="849742"/>
                    </a:lnTo>
                    <a:cubicBezTo>
                      <a:pt x="83384" y="849742"/>
                      <a:pt x="0" y="766358"/>
                      <a:pt x="0" y="663499"/>
                    </a:cubicBezTo>
                    <a:lnTo>
                      <a:pt x="0" y="186243"/>
                    </a:lnTo>
                    <a:cubicBezTo>
                      <a:pt x="0" y="83384"/>
                      <a:pt x="83384" y="0"/>
                      <a:pt x="186243" y="0"/>
                    </a:cubicBezTo>
                    <a:lnTo>
                      <a:pt x="656428" y="0"/>
                    </a:lnTo>
                    <a:cubicBezTo>
                      <a:pt x="759287" y="0"/>
                      <a:pt x="842671" y="83384"/>
                      <a:pt x="842671" y="186243"/>
                    </a:cubicBezTo>
                    <a:close/>
                  </a:path>
                </a:pathLst>
              </a:custGeom>
              <a:solidFill>
                <a:srgbClr val="47258E"/>
              </a:solidFill>
            </p:spPr>
            <p:txBody>
              <a:bodyPr/>
              <a:lstStyle/>
              <a:p>
                <a:endParaRPr lang="es-CO"/>
              </a:p>
            </p:txBody>
          </p:sp>
          <p:sp>
            <p:nvSpPr>
              <p:cNvPr id="127" name="TextBox 127"/>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28" name="Group 128"/>
            <p:cNvGrpSpPr/>
            <p:nvPr/>
          </p:nvGrpSpPr>
          <p:grpSpPr>
            <a:xfrm rot="2821336">
              <a:off x="4505990" y="1443472"/>
              <a:ext cx="736954" cy="736908"/>
              <a:chOff x="0" y="0"/>
              <a:chExt cx="1033370" cy="1033387"/>
            </a:xfrm>
          </p:grpSpPr>
          <p:sp>
            <p:nvSpPr>
              <p:cNvPr id="129" name="Freeform 129"/>
              <p:cNvSpPr/>
              <p:nvPr/>
            </p:nvSpPr>
            <p:spPr>
              <a:xfrm>
                <a:off x="0" y="0"/>
                <a:ext cx="1033370" cy="1033387"/>
              </a:xfrm>
              <a:custGeom>
                <a:avLst/>
                <a:gdLst/>
                <a:ahLst/>
                <a:cxnLst/>
                <a:rect l="l" t="t" r="r" b="b"/>
                <a:pathLst>
                  <a:path w="1033370" h="1033387">
                    <a:moveTo>
                      <a:pt x="1033370" y="182092"/>
                    </a:moveTo>
                    <a:lnTo>
                      <a:pt x="1033370" y="851295"/>
                    </a:lnTo>
                    <a:cubicBezTo>
                      <a:pt x="1033370" y="899589"/>
                      <a:pt x="1014185" y="945905"/>
                      <a:pt x="980036" y="980054"/>
                    </a:cubicBezTo>
                    <a:cubicBezTo>
                      <a:pt x="945887" y="1014203"/>
                      <a:pt x="899572" y="1033387"/>
                      <a:pt x="851278" y="1033387"/>
                    </a:cubicBezTo>
                    <a:lnTo>
                      <a:pt x="182092" y="1033387"/>
                    </a:lnTo>
                    <a:cubicBezTo>
                      <a:pt x="133798" y="1033387"/>
                      <a:pt x="87482" y="1014203"/>
                      <a:pt x="53333" y="980054"/>
                    </a:cubicBezTo>
                    <a:cubicBezTo>
                      <a:pt x="19185" y="945905"/>
                      <a:pt x="0" y="899589"/>
                      <a:pt x="0" y="851295"/>
                    </a:cubicBezTo>
                    <a:lnTo>
                      <a:pt x="0" y="182092"/>
                    </a:lnTo>
                    <a:cubicBezTo>
                      <a:pt x="0" y="133798"/>
                      <a:pt x="19185" y="87482"/>
                      <a:pt x="53333" y="53333"/>
                    </a:cubicBezTo>
                    <a:cubicBezTo>
                      <a:pt x="87482" y="19185"/>
                      <a:pt x="133798" y="0"/>
                      <a:pt x="182092" y="0"/>
                    </a:cubicBezTo>
                    <a:lnTo>
                      <a:pt x="851278" y="0"/>
                    </a:lnTo>
                    <a:cubicBezTo>
                      <a:pt x="899572" y="0"/>
                      <a:pt x="945887" y="19185"/>
                      <a:pt x="980036" y="53333"/>
                    </a:cubicBezTo>
                    <a:cubicBezTo>
                      <a:pt x="1014185" y="87482"/>
                      <a:pt x="1033370" y="133798"/>
                      <a:pt x="1033370" y="182092"/>
                    </a:cubicBezTo>
                    <a:close/>
                  </a:path>
                </a:pathLst>
              </a:custGeom>
              <a:solidFill>
                <a:srgbClr val="612C9E"/>
              </a:solidFill>
            </p:spPr>
            <p:txBody>
              <a:bodyPr/>
              <a:lstStyle/>
              <a:p>
                <a:endParaRPr lang="es-CO"/>
              </a:p>
            </p:txBody>
          </p:sp>
          <p:sp>
            <p:nvSpPr>
              <p:cNvPr id="130" name="TextBox 130"/>
              <p:cNvSpPr txBox="1"/>
              <p:nvPr/>
            </p:nvSpPr>
            <p:spPr>
              <a:xfrm>
                <a:off x="0" y="-57150"/>
                <a:ext cx="1033370" cy="1090537"/>
              </a:xfrm>
              <a:prstGeom prst="rect">
                <a:avLst/>
              </a:prstGeom>
            </p:spPr>
            <p:txBody>
              <a:bodyPr lIns="50800" tIns="50800" rIns="50800" bIns="50800" rtlCol="0" anchor="ctr"/>
              <a:lstStyle/>
              <a:p>
                <a:pPr algn="ctr">
                  <a:lnSpc>
                    <a:spcPts val="3640"/>
                  </a:lnSpc>
                  <a:spcBef>
                    <a:spcPct val="0"/>
                  </a:spcBef>
                </a:pPr>
                <a:endParaRPr/>
              </a:p>
            </p:txBody>
          </p:sp>
        </p:grpSp>
        <p:grpSp>
          <p:nvGrpSpPr>
            <p:cNvPr id="131" name="Group 131"/>
            <p:cNvGrpSpPr/>
            <p:nvPr/>
          </p:nvGrpSpPr>
          <p:grpSpPr>
            <a:xfrm rot="2821336">
              <a:off x="5617502" y="1804464"/>
              <a:ext cx="426956" cy="430505"/>
              <a:chOff x="0" y="0"/>
              <a:chExt cx="842671" cy="849742"/>
            </a:xfrm>
          </p:grpSpPr>
          <p:sp>
            <p:nvSpPr>
              <p:cNvPr id="132" name="Freeform 132"/>
              <p:cNvSpPr/>
              <p:nvPr/>
            </p:nvSpPr>
            <p:spPr>
              <a:xfrm>
                <a:off x="0" y="0"/>
                <a:ext cx="842671" cy="849742"/>
              </a:xfrm>
              <a:custGeom>
                <a:avLst/>
                <a:gdLst/>
                <a:ahLst/>
                <a:cxnLst/>
                <a:rect l="l" t="t" r="r" b="b"/>
                <a:pathLst>
                  <a:path w="842671" h="849742">
                    <a:moveTo>
                      <a:pt x="842671" y="217594"/>
                    </a:moveTo>
                    <a:lnTo>
                      <a:pt x="842671" y="632148"/>
                    </a:lnTo>
                    <a:cubicBezTo>
                      <a:pt x="842671" y="689858"/>
                      <a:pt x="819746" y="745203"/>
                      <a:pt x="778939" y="786010"/>
                    </a:cubicBezTo>
                    <a:cubicBezTo>
                      <a:pt x="738133" y="826817"/>
                      <a:pt x="682787" y="849742"/>
                      <a:pt x="625077" y="849742"/>
                    </a:cubicBezTo>
                    <a:lnTo>
                      <a:pt x="217594" y="849742"/>
                    </a:lnTo>
                    <a:cubicBezTo>
                      <a:pt x="159884" y="849742"/>
                      <a:pt x="104538" y="826817"/>
                      <a:pt x="63732" y="786010"/>
                    </a:cubicBezTo>
                    <a:cubicBezTo>
                      <a:pt x="22925" y="745203"/>
                      <a:pt x="0" y="689858"/>
                      <a:pt x="0" y="632148"/>
                    </a:cubicBezTo>
                    <a:lnTo>
                      <a:pt x="0" y="217594"/>
                    </a:lnTo>
                    <a:cubicBezTo>
                      <a:pt x="0" y="159884"/>
                      <a:pt x="22925" y="104538"/>
                      <a:pt x="63732" y="63732"/>
                    </a:cubicBezTo>
                    <a:cubicBezTo>
                      <a:pt x="104538" y="22925"/>
                      <a:pt x="159884" y="0"/>
                      <a:pt x="217594" y="0"/>
                    </a:cubicBezTo>
                    <a:lnTo>
                      <a:pt x="625077" y="0"/>
                    </a:lnTo>
                    <a:cubicBezTo>
                      <a:pt x="682787" y="0"/>
                      <a:pt x="738133" y="22925"/>
                      <a:pt x="778939" y="63732"/>
                    </a:cubicBezTo>
                    <a:cubicBezTo>
                      <a:pt x="819746" y="104538"/>
                      <a:pt x="842671" y="159884"/>
                      <a:pt x="842671" y="217594"/>
                    </a:cubicBezTo>
                    <a:close/>
                  </a:path>
                </a:pathLst>
              </a:custGeom>
              <a:solidFill>
                <a:srgbClr val="06194C"/>
              </a:solidFill>
            </p:spPr>
            <p:txBody>
              <a:bodyPr/>
              <a:lstStyle/>
              <a:p>
                <a:endParaRPr lang="es-CO"/>
              </a:p>
            </p:txBody>
          </p:sp>
          <p:sp>
            <p:nvSpPr>
              <p:cNvPr id="133" name="TextBox 133"/>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34" name="Group 134"/>
            <p:cNvGrpSpPr/>
            <p:nvPr/>
          </p:nvGrpSpPr>
          <p:grpSpPr>
            <a:xfrm rot="2821336">
              <a:off x="6323266" y="2313446"/>
              <a:ext cx="226848" cy="228733"/>
              <a:chOff x="0" y="0"/>
              <a:chExt cx="842671" cy="849742"/>
            </a:xfrm>
          </p:grpSpPr>
          <p:sp>
            <p:nvSpPr>
              <p:cNvPr id="135" name="Freeform 135"/>
              <p:cNvSpPr/>
              <p:nvPr/>
            </p:nvSpPr>
            <p:spPr>
              <a:xfrm>
                <a:off x="0" y="0"/>
                <a:ext cx="842671" cy="849742"/>
              </a:xfrm>
              <a:custGeom>
                <a:avLst/>
                <a:gdLst/>
                <a:ahLst/>
                <a:cxnLst/>
                <a:rect l="l" t="t" r="r" b="b"/>
                <a:pathLst>
                  <a:path w="842671" h="849742">
                    <a:moveTo>
                      <a:pt x="842671" y="227522"/>
                    </a:moveTo>
                    <a:lnTo>
                      <a:pt x="842671" y="622220"/>
                    </a:lnTo>
                    <a:cubicBezTo>
                      <a:pt x="842671" y="747877"/>
                      <a:pt x="740806" y="849742"/>
                      <a:pt x="615149" y="849742"/>
                    </a:cubicBezTo>
                    <a:lnTo>
                      <a:pt x="227522" y="849742"/>
                    </a:lnTo>
                    <a:cubicBezTo>
                      <a:pt x="101865" y="849742"/>
                      <a:pt x="0" y="747877"/>
                      <a:pt x="0" y="622220"/>
                    </a:cubicBezTo>
                    <a:lnTo>
                      <a:pt x="0" y="227522"/>
                    </a:lnTo>
                    <a:cubicBezTo>
                      <a:pt x="0" y="101865"/>
                      <a:pt x="101865" y="0"/>
                      <a:pt x="227522" y="0"/>
                    </a:cubicBezTo>
                    <a:lnTo>
                      <a:pt x="615149" y="0"/>
                    </a:lnTo>
                    <a:cubicBezTo>
                      <a:pt x="740806" y="0"/>
                      <a:pt x="842671" y="101865"/>
                      <a:pt x="842671" y="227522"/>
                    </a:cubicBezTo>
                    <a:close/>
                  </a:path>
                </a:pathLst>
              </a:custGeom>
              <a:solidFill>
                <a:srgbClr val="6E2EAC"/>
              </a:solidFill>
            </p:spPr>
            <p:txBody>
              <a:bodyPr/>
              <a:lstStyle/>
              <a:p>
                <a:endParaRPr lang="es-CO"/>
              </a:p>
            </p:txBody>
          </p:sp>
          <p:sp>
            <p:nvSpPr>
              <p:cNvPr id="136" name="TextBox 136"/>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nvGrpSpPr>
            <p:cNvPr id="137" name="Group 137"/>
            <p:cNvGrpSpPr/>
            <p:nvPr/>
          </p:nvGrpSpPr>
          <p:grpSpPr>
            <a:xfrm rot="2821336">
              <a:off x="6300648" y="1617310"/>
              <a:ext cx="189095" cy="190666"/>
              <a:chOff x="0" y="0"/>
              <a:chExt cx="842671" cy="849742"/>
            </a:xfrm>
          </p:grpSpPr>
          <p:sp>
            <p:nvSpPr>
              <p:cNvPr id="138" name="Freeform 138"/>
              <p:cNvSpPr/>
              <p:nvPr/>
            </p:nvSpPr>
            <p:spPr>
              <a:xfrm>
                <a:off x="0" y="0"/>
                <a:ext cx="842671" cy="849742"/>
              </a:xfrm>
              <a:custGeom>
                <a:avLst/>
                <a:gdLst/>
                <a:ahLst/>
                <a:cxnLst/>
                <a:rect l="l" t="t" r="r" b="b"/>
                <a:pathLst>
                  <a:path w="842671" h="849742">
                    <a:moveTo>
                      <a:pt x="842671" y="272947"/>
                    </a:moveTo>
                    <a:lnTo>
                      <a:pt x="842671" y="576795"/>
                    </a:lnTo>
                    <a:cubicBezTo>
                      <a:pt x="842671" y="649185"/>
                      <a:pt x="813914" y="718610"/>
                      <a:pt x="762727" y="769798"/>
                    </a:cubicBezTo>
                    <a:cubicBezTo>
                      <a:pt x="711540" y="820985"/>
                      <a:pt x="642115" y="849742"/>
                      <a:pt x="569725" y="849742"/>
                    </a:cubicBezTo>
                    <a:lnTo>
                      <a:pt x="272947" y="849742"/>
                    </a:lnTo>
                    <a:cubicBezTo>
                      <a:pt x="122202" y="849742"/>
                      <a:pt x="0" y="727540"/>
                      <a:pt x="0" y="576795"/>
                    </a:cubicBezTo>
                    <a:lnTo>
                      <a:pt x="0" y="272947"/>
                    </a:lnTo>
                    <a:cubicBezTo>
                      <a:pt x="0" y="122202"/>
                      <a:pt x="122202" y="0"/>
                      <a:pt x="272947" y="0"/>
                    </a:cubicBezTo>
                    <a:lnTo>
                      <a:pt x="569725" y="0"/>
                    </a:lnTo>
                    <a:cubicBezTo>
                      <a:pt x="720469" y="0"/>
                      <a:pt x="842671" y="122202"/>
                      <a:pt x="842671" y="272947"/>
                    </a:cubicBezTo>
                    <a:close/>
                  </a:path>
                </a:pathLst>
              </a:custGeom>
              <a:solidFill>
                <a:srgbClr val="612C9E"/>
              </a:solidFill>
            </p:spPr>
            <p:txBody>
              <a:bodyPr/>
              <a:lstStyle/>
              <a:p>
                <a:endParaRPr lang="es-CO"/>
              </a:p>
            </p:txBody>
          </p:sp>
          <p:sp>
            <p:nvSpPr>
              <p:cNvPr id="139" name="TextBox 139"/>
              <p:cNvSpPr txBox="1"/>
              <p:nvPr/>
            </p:nvSpPr>
            <p:spPr>
              <a:xfrm>
                <a:off x="0" y="-57150"/>
                <a:ext cx="842671" cy="906892"/>
              </a:xfrm>
              <a:prstGeom prst="rect">
                <a:avLst/>
              </a:prstGeom>
            </p:spPr>
            <p:txBody>
              <a:bodyPr lIns="50800" tIns="50800" rIns="50800" bIns="50800" rtlCol="0" anchor="ctr"/>
              <a:lstStyle/>
              <a:p>
                <a:pPr algn="ctr">
                  <a:lnSpc>
                    <a:spcPts val="3640"/>
                  </a:lnSpc>
                  <a:spcBef>
                    <a:spcPct val="0"/>
                  </a:spcBef>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519</Words>
  <Application>Microsoft Office PowerPoint</Application>
  <PresentationFormat>Personalizado</PresentationFormat>
  <Paragraphs>29</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Calibri</vt:lpstr>
      <vt:lpstr>Prachason Neue</vt:lpstr>
      <vt:lpstr>Prachason Neue Bold</vt:lpstr>
      <vt:lpstr>Intro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Presentacion Locxue</dc:title>
  <cp:lastModifiedBy>Valerie Charry Mora</cp:lastModifiedBy>
  <cp:revision>2</cp:revision>
  <dcterms:created xsi:type="dcterms:W3CDTF">2006-08-16T00:00:00Z</dcterms:created>
  <dcterms:modified xsi:type="dcterms:W3CDTF">2026-06-15T01:41:17Z</dcterms:modified>
  <dc:identifier>DAHL8FR28HI</dc:identifier>
</cp:coreProperties>
</file>